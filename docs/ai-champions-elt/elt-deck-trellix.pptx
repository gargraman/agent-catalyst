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91" r:id="rId3"/>
  </p:sldMasterIdLst>
  <p:notesMasterIdLst>
    <p:notesMasterId r:id="rId4"/>
  </p:notesMasterIdLst>
  <p:sldIdLst>
    <p:sldId id="256" r:id="rId13"/>
    <p:sldId id="257" r:id="rId14"/>
    <p:sldId id="258" r:id="rId15"/>
    <p:sldId id="259" r:id="rId16"/>
    <p:sldId id="260" r:id="rId17"/>
    <p:sldId id="261" r:id="rId18"/>
  </p:sldIdLst>
  <p:sldSz cy="6858000" cx="12192000"/>
  <p:notesSz cx="6858000" cy="9144000"/>
  <p:embeddedFontLst>
    <p:embeddedFont>
      <p:font typeface="Montserrat"/>
      <p:regular r:id="rId67"/>
      <p:bold r:id="rId68"/>
      <p:italic r:id="rId69"/>
      <p:boldItalic r:id="rId70"/>
    </p:embeddedFont>
    <p:embeddedFont>
      <p:font typeface="Montserrat Medium"/>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67" Type="http://schemas.openxmlformats.org/officeDocument/2006/relationships/font" Target="fonts/Montserrat-regular.fntdata"/><Relationship Id="rId68" Type="http://schemas.openxmlformats.org/officeDocument/2006/relationships/font" Target="fonts/Montserrat-bold.fntdata"/><Relationship Id="rId69" Type="http://schemas.openxmlformats.org/officeDocument/2006/relationships/font" Target="fonts/Montserrat-italic.fntdata"/><Relationship Id="rId70" Type="http://schemas.openxmlformats.org/officeDocument/2006/relationships/font" Target="fonts/Montserrat-boldItalic.fntdata"/><Relationship Id="rId71" Type="http://schemas.openxmlformats.org/officeDocument/2006/relationships/font" Target="fonts/MontserratMedium-regular.fntdata"/><Relationship Id="rId72" Type="http://schemas.openxmlformats.org/officeDocument/2006/relationships/font" Target="fonts/MontserratMedium-bold.fntdata"/><Relationship Id="rId73" Type="http://schemas.openxmlformats.org/officeDocument/2006/relationships/font" Target="fonts/MontserratMedium-italic.fntdata"/><Relationship Id="rId74" Type="http://schemas.openxmlformats.org/officeDocument/2006/relationships/font" Target="fonts/Montserrat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BEAT 1 (hook) — hold the title ~3s, then advance to the Stakes slide while speaking.</a:t>
            </a:r>
          </a:p>
          <a:p/>
          <a:p>
            <a:r>
              <a:t>Across Trellix, our teams are building AI agents faster than ever. That is the win. Here is the risk.</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BEAT 1 (stakes).</a:t>
            </a:r>
          </a:p>
          <a:p/>
          <a:p>
            <a:r>
              <a:t>Right now there are around forty of them, shipping with almost no enforcement behind them. The AI Champions Playbook already sets the rules — register every agent, reuse before you build, prove quality with evaluations, cap cost, run least privilege. But those rules live in a document. Nothing makes them stick. So we carry real exposure: duplicated agents nobody caught, spend with no ceiling, and the quiet one that matters most — an agent whose quality silently drifts after a model update, where the first people to notice are our customers.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BEAT 2 (the answer).</a:t>
            </a:r>
          </a:p>
          <a:p/>
          <a:p>
            <a:r>
              <a:t>This is where Agent Platform comes in. It aligns directly with that playbook — it is the governance layer that makes those rules actually stick. Think of it as the control plane every agent passes through on its way to production: if an agent is not registered, evaluated, and scoped, it does not ship. It is not the program itself — it is how the program's principles get enforced in software. And it is real today: a working prototype of the full experience, with the one genuinely hard part, the evaluation and drift core, as our focused engineering investment.</a:t>
            </a:r>
          </a:p>
          <a:p/>
          <a:p>
            <a:r>
              <a:t>[CUE: switch to the live console for the build demo.]</a:t>
            </a:r>
          </a:p>
          <a:p/>
          <a:p>
            <a:r>
              <a:t>BEAT 3 (build it right — live demo).</a:t>
            </a:r>
          </a:p>
          <a:p/>
          <a:p>
            <a:r>
              <a:t>Everything starts with registration. When someone goes to create an agent, the platform first scans what already exists. Here, a new SOC alert triage assistant is flagged as a near-duplicate of a published agent that already does the job — so we reuse instead of rebuilding. That is redundancy caught at the door. Next, quality. No agent can publish without a passing evaluation against a frozen baseline. This incident report writer just failed its gate — quality dropped nine points after a model swap — so the platform blocks the release. A human decides; the drift does not slip through silently.</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BEAT 4 (RBAC + cost &amp; model governance) — use the “Preview as role” switcher: Builder (publish gated) → Publisher (allowed) → Admin (access, keys, budgets, allowed models).</a:t>
            </a:r>
          </a:p>
          <a:p/>
          <a:p>
            <a:r>
              <a:t>Of course, not everyone should be able to do everything — so access is role-based and least privilege by default. A builder can create and configure agents, but cannot publish to production. Only a publisher can publish. And only an admin holds the governance levers: managing access and keys, and controlling cost — setting per-agent budgets and token caps, and governing which models an agent is even allowed to use. These roles come straight from Trellix IAM, so there is no second identity system to manage, and no agent can quietly run up spend on an expensive model.</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BEAT 5 (reach — non-technical access via channels). Show the chat conversation / the channels screen.</a:t>
            </a:r>
          </a:p>
          <a:p/>
          <a:p>
            <a:r>
              <a:t>Now, how does the rest of the company actually use these agents? A non-technical employee never touches an API or a command line. They simply talk to the agent where they already work — in Slack, Microsoft Teams, or Google Chat. Behind the scenes, their identity is federated from Okta, and two gates decide what they can reach: whether they are allowed on that channel at all, and what each agent's access policy permits. So a published agent can safely reach the entire company, and every person sees only the agents they are cleared to use.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BEAT 6 (close + CTA).</a:t>
            </a:r>
          </a:p>
          <a:p/>
          <a:p>
            <a:r>
              <a:t>So that is the full loop — register, prove, govern, and reach — the rules the playbook asks for, enforced in one place, so Champions can run the whole lifecycle from a single console instead of hand-wiring glue. Agent Platform aligns with the AI Champions Playbook, and it is how those principles get enforced in practice. The ask is simple: adopt it as the place agents are registered, proven, and governed — and let us prove it on one area first.</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istockphoto.com/vector/vector-isometric-pie-chart-design-modern-template-for-creating-infographics-gm1029317046-275856042" TargetMode="External"/><Relationship Id="rId3" Type="http://schemas.openxmlformats.org/officeDocument/2006/relationships/hyperlink" Target="https://www.istockphoto.com/vector/vector-isometric-pie-chart-design-modern-template-for-creating-infographics-gm1029317046-275856042" TargetMode="External"/><Relationship Id="rId4" Type="http://schemas.openxmlformats.org/officeDocument/2006/relationships/hyperlink" Target="https://www.istockphoto.com/vector/vector-isometric-pie-chart-design-modern-template-for-creating-infographics-gm1029317046-275856042"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istockphoto.com/vector/vector-isometric-pie-chart-design-modern-template-for-creating-infographics-gm1029317046-275856042" TargetMode="External"/><Relationship Id="rId3" Type="http://schemas.openxmlformats.org/officeDocument/2006/relationships/hyperlink" Target="https://www.istockphoto.com/vector/vector-isometric-pie-chart-design-modern-template-for-creating-infographics-gm1029317046-275856042" TargetMode="External"/><Relationship Id="rId4" Type="http://schemas.openxmlformats.org/officeDocument/2006/relationships/hyperlink" Target="https://www.istockphoto.com/vector/vector-isometric-pie-chart-design-modern-template-for-creating-infographics-gm1029317046-275856042" TargetMode="External"/><Relationship Id="rId5" Type="http://schemas.openxmlformats.org/officeDocument/2006/relationships/hyperlink" Target="https://www.istockphoto.com/vector/vector-isometric-pie-chart-design-modern-template-for-creating-infographics-gm1029317046-275856042"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istockphoto.com/vector/vector-isometric-pie-chart-design-modern-template-for-creating-infographics-gm1029317046-275856042" TargetMode="External"/><Relationship Id="rId3" Type="http://schemas.openxmlformats.org/officeDocument/2006/relationships/hyperlink" Target="https://www.istockphoto.com/vector/vector-isometric-pie-chart-design-modern-template-for-creating-infographics-gm1029317046-275856042" TargetMode="External"/><Relationship Id="rId4" Type="http://schemas.openxmlformats.org/officeDocument/2006/relationships/hyperlink" Target="https://www.istockphoto.com/vector/vector-isometric-pie-chart-design-modern-template-for-creating-infographics-gm1029317046-275856042" TargetMode="External"/><Relationship Id="rId5" Type="http://schemas.openxmlformats.org/officeDocument/2006/relationships/hyperlink" Target="https://www.istockphoto.com/vector/vector-isometric-pie-chart-design-modern-template-for-creating-infographics-gm1029317046-275856042" TargetMode="External"/><Relationship Id="rId6" Type="http://schemas.openxmlformats.org/officeDocument/2006/relationships/hyperlink" Target="https://www.istockphoto.com/vector/vector-isometric-pie-chart-design-modern-template-for-creating-infographics-gm1029317046-275856042"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www.istockphoto.com/vector/vector-isometric-pie-chart-design-modern-template-for-creating-infographics-gm1029317046-275856042" TargetMode="External"/><Relationship Id="rId4"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www.istockphoto.com/vector/vector-isometric-pie-chart-design-modern-template-for-creating-infographics-gm1029317046-275856042" TargetMode="External"/><Relationship Id="rId4" Type="http://schemas.openxmlformats.org/officeDocument/2006/relationships/image" Target="../media/image1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Narrow Title Three Columns" showMasterSp="0">
  <p:cSld name="12_Narrow Title Three Columns">
    <p:bg>
      <p:bgPr>
        <a:solidFill>
          <a:schemeClr val="accent1"/>
        </a:solidFill>
      </p:bgPr>
    </p:bg>
    <p:spTree>
      <p:nvGrpSpPr>
        <p:cNvPr id="26" name="Shape 26"/>
        <p:cNvGrpSpPr/>
        <p:nvPr/>
      </p:nvGrpSpPr>
      <p:grpSpPr>
        <a:xfrm>
          <a:off x="0" y="0"/>
          <a:ext cx="0" cy="0"/>
          <a:chOff x="0" y="0"/>
          <a:chExt cx="0" cy="0"/>
        </a:xfrm>
      </p:grpSpPr>
      <p:sp>
        <p:nvSpPr>
          <p:cNvPr id="27" name="Google Shape;27;p2"/>
          <p:cNvSpPr txBox="1"/>
          <p:nvPr>
            <p:ph type="title"/>
          </p:nvPr>
        </p:nvSpPr>
        <p:spPr>
          <a:xfrm>
            <a:off x="549275" y="281645"/>
            <a:ext cx="11093450" cy="738664"/>
          </a:xfrm>
          <a:prstGeom prst="rect">
            <a:avLst/>
          </a:prstGeom>
          <a:noFill/>
          <a:ln>
            <a:noFill/>
          </a:ln>
        </p:spPr>
        <p:txBody>
          <a:bodyPr anchorCtr="0" anchor="t" bIns="91425" lIns="0" spcFirstLastPara="1" rIns="0" wrap="square" tIns="91425">
            <a:spAutoFit/>
          </a:bodyPr>
          <a:lstStyle>
            <a:lvl1pPr lvl="0" algn="l">
              <a:lnSpc>
                <a:spcPct val="10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
          <p:cNvSpPr/>
          <p:nvPr/>
        </p:nvSpPr>
        <p:spPr>
          <a:xfrm>
            <a:off x="-1" y="-2"/>
            <a:ext cx="12192000" cy="6858000"/>
          </a:xfrm>
          <a:custGeom>
            <a:rect b="b" l="l" r="r" t="t"/>
            <a:pathLst>
              <a:path extrusionOk="0" h="6858000" w="12192000">
                <a:moveTo>
                  <a:pt x="274320" y="274324"/>
                </a:moveTo>
                <a:lnTo>
                  <a:pt x="274320" y="1020309"/>
                </a:lnTo>
                <a:lnTo>
                  <a:pt x="11570536" y="1020309"/>
                </a:lnTo>
                <a:lnTo>
                  <a:pt x="11917365" y="576961"/>
                </a:lnTo>
                <a:lnTo>
                  <a:pt x="11917365" y="274324"/>
                </a:lnTo>
                <a:close/>
                <a:moveTo>
                  <a:pt x="0" y="0"/>
                </a:moveTo>
                <a:lnTo>
                  <a:pt x="12192000" y="0"/>
                </a:lnTo>
                <a:lnTo>
                  <a:pt x="12192000" y="5915222"/>
                </a:lnTo>
                <a:lnTo>
                  <a:pt x="1145447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29" name="Google Shape;29;p2"/>
          <p:cNvSpPr txBox="1"/>
          <p:nvPr>
            <p:ph idx="1" type="body"/>
          </p:nvPr>
        </p:nvSpPr>
        <p:spPr>
          <a:xfrm>
            <a:off x="550864" y="1144857"/>
            <a:ext cx="11091862"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30" name="Google Shape;30;p2"/>
          <p:cNvSpPr txBox="1"/>
          <p:nvPr>
            <p:ph idx="2" type="body"/>
          </p:nvPr>
        </p:nvSpPr>
        <p:spPr>
          <a:xfrm>
            <a:off x="8305165" y="1784350"/>
            <a:ext cx="3337560" cy="429101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31" name="Google Shape;31;p2"/>
          <p:cNvSpPr txBox="1"/>
          <p:nvPr>
            <p:ph idx="3" type="body"/>
          </p:nvPr>
        </p:nvSpPr>
        <p:spPr>
          <a:xfrm>
            <a:off x="4426426" y="1784350"/>
            <a:ext cx="3333750" cy="429101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32" name="Google Shape;32;p2"/>
          <p:cNvSpPr txBox="1"/>
          <p:nvPr>
            <p:ph idx="4" type="body"/>
          </p:nvPr>
        </p:nvSpPr>
        <p:spPr>
          <a:xfrm>
            <a:off x="547687" y="1784350"/>
            <a:ext cx="3333750" cy="429101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33" name="Google Shape;33;p2"/>
          <p:cNvSpPr/>
          <p:nvPr/>
        </p:nvSpPr>
        <p:spPr>
          <a:xfrm>
            <a:off x="390356" y="355516"/>
            <a:ext cx="75877" cy="582679"/>
          </a:xfrm>
          <a:custGeom>
            <a:rect b="b" l="l" r="r" t="t"/>
            <a:pathLst>
              <a:path extrusionOk="0" h="582679" w="75877">
                <a:moveTo>
                  <a:pt x="7506" y="537183"/>
                </a:moveTo>
                <a:lnTo>
                  <a:pt x="72878" y="574920"/>
                </a:lnTo>
                <a:lnTo>
                  <a:pt x="68401" y="582679"/>
                </a:lnTo>
                <a:lnTo>
                  <a:pt x="3029" y="544943"/>
                </a:lnTo>
                <a:close/>
                <a:moveTo>
                  <a:pt x="4014" y="453278"/>
                </a:moveTo>
                <a:lnTo>
                  <a:pt x="74937" y="479093"/>
                </a:lnTo>
                <a:lnTo>
                  <a:pt x="71878" y="487509"/>
                </a:lnTo>
                <a:lnTo>
                  <a:pt x="955" y="461694"/>
                </a:lnTo>
                <a:close/>
                <a:moveTo>
                  <a:pt x="1552" y="369896"/>
                </a:moveTo>
                <a:lnTo>
                  <a:pt x="75877" y="382997"/>
                </a:lnTo>
                <a:lnTo>
                  <a:pt x="74325" y="391816"/>
                </a:lnTo>
                <a:lnTo>
                  <a:pt x="0" y="378714"/>
                </a:lnTo>
                <a:close/>
                <a:moveTo>
                  <a:pt x="209" y="286856"/>
                </a:moveTo>
                <a:lnTo>
                  <a:pt x="75683" y="286856"/>
                </a:lnTo>
                <a:lnTo>
                  <a:pt x="75683" y="295809"/>
                </a:lnTo>
                <a:lnTo>
                  <a:pt x="209" y="295809"/>
                </a:lnTo>
                <a:close/>
                <a:moveTo>
                  <a:pt x="74325" y="190849"/>
                </a:moveTo>
                <a:lnTo>
                  <a:pt x="75877" y="199668"/>
                </a:lnTo>
                <a:lnTo>
                  <a:pt x="1552" y="212770"/>
                </a:lnTo>
                <a:lnTo>
                  <a:pt x="0" y="203951"/>
                </a:lnTo>
                <a:close/>
                <a:moveTo>
                  <a:pt x="71878" y="95156"/>
                </a:moveTo>
                <a:lnTo>
                  <a:pt x="74937" y="103572"/>
                </a:lnTo>
                <a:lnTo>
                  <a:pt x="4014" y="129387"/>
                </a:lnTo>
                <a:lnTo>
                  <a:pt x="955" y="120971"/>
                </a:lnTo>
                <a:close/>
                <a:moveTo>
                  <a:pt x="68401" y="0"/>
                </a:moveTo>
                <a:lnTo>
                  <a:pt x="72878" y="7760"/>
                </a:lnTo>
                <a:lnTo>
                  <a:pt x="7506" y="45497"/>
                </a:lnTo>
                <a:lnTo>
                  <a:pt x="3029" y="3773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34" name="Google Shape;34;p2"/>
          <p:cNvGrpSpPr/>
          <p:nvPr/>
        </p:nvGrpSpPr>
        <p:grpSpPr>
          <a:xfrm>
            <a:off x="274638" y="6348413"/>
            <a:ext cx="939139" cy="235263"/>
            <a:chOff x="10573833" y="4992967"/>
            <a:chExt cx="923543" cy="231356"/>
          </a:xfrm>
        </p:grpSpPr>
        <p:sp>
          <p:nvSpPr>
            <p:cNvPr id="35" name="Google Shape;35;p2"/>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36" name="Google Shape;36;p2"/>
            <p:cNvGrpSpPr/>
            <p:nvPr/>
          </p:nvGrpSpPr>
          <p:grpSpPr>
            <a:xfrm>
              <a:off x="10573833" y="4992967"/>
              <a:ext cx="878511" cy="231356"/>
              <a:chOff x="10573833" y="4992967"/>
              <a:chExt cx="878511" cy="231356"/>
            </a:xfrm>
          </p:grpSpPr>
          <p:grpSp>
            <p:nvGrpSpPr>
              <p:cNvPr id="37" name="Google Shape;37;p2"/>
              <p:cNvGrpSpPr/>
              <p:nvPr/>
            </p:nvGrpSpPr>
            <p:grpSpPr>
              <a:xfrm>
                <a:off x="10573833" y="4992967"/>
                <a:ext cx="675627" cy="231356"/>
                <a:chOff x="10573833" y="4992967"/>
                <a:chExt cx="675627" cy="231356"/>
              </a:xfrm>
            </p:grpSpPr>
            <p:sp>
              <p:nvSpPr>
                <p:cNvPr id="38" name="Google Shape;38;p2"/>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9" name="Google Shape;39;p2"/>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0" name="Google Shape;40;p2"/>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1" name="Google Shape;41;p2"/>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2" name="Google Shape;42;p2"/>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3" name="Google Shape;43;p2"/>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44" name="Google Shape;44;p2"/>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45" name="Google Shape;45;p2"/>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a:t>
            </a:r>
            <a:r>
              <a:rPr lang="en-US" sz="600">
                <a:solidFill>
                  <a:srgbClr val="808080"/>
                </a:solidFill>
                <a:latin typeface="Montserrat"/>
                <a:ea typeface="Montserrat"/>
                <a:cs typeface="Montserrat"/>
                <a:sym typeface="Montserrat"/>
              </a:rPr>
              <a:t> Musarubra US LLC. |  All Rights Reserved - Trellix Confidential </a:t>
            </a:r>
            <a:endParaRPr sz="600">
              <a:solidFill>
                <a:schemeClr val="dk1"/>
              </a:solidFill>
              <a:latin typeface="Montserrat"/>
              <a:ea typeface="Montserrat"/>
              <a:cs typeface="Montserrat"/>
              <a:sym typeface="Montserrat"/>
            </a:endParaRPr>
          </a:p>
        </p:txBody>
      </p:sp>
      <p:sp>
        <p:nvSpPr>
          <p:cNvPr id="46" name="Google Shape;46;p2"/>
          <p:cNvSpPr txBox="1"/>
          <p:nvPr>
            <p:ph idx="12" type="sldNum"/>
          </p:nvPr>
        </p:nvSpPr>
        <p:spPr>
          <a:xfrm>
            <a:off x="11460295" y="65824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Layout_Gradient" showMasterSp="0">
  <p:cSld name="01_Title Layout_Gradient">
    <p:spTree>
      <p:nvGrpSpPr>
        <p:cNvPr id="47" name="Shape 47"/>
        <p:cNvGrpSpPr/>
        <p:nvPr/>
      </p:nvGrpSpPr>
      <p:grpSpPr>
        <a:xfrm>
          <a:off x="0" y="0"/>
          <a:ext cx="0" cy="0"/>
          <a:chOff x="0" y="0"/>
          <a:chExt cx="0" cy="0"/>
        </a:xfrm>
      </p:grpSpPr>
      <p:sp>
        <p:nvSpPr>
          <p:cNvPr id="48" name="Google Shape;48;p3"/>
          <p:cNvSpPr txBox="1"/>
          <p:nvPr>
            <p:ph idx="1" type="body"/>
          </p:nvPr>
        </p:nvSpPr>
        <p:spPr>
          <a:xfrm>
            <a:off x="550864" y="5480857"/>
            <a:ext cx="5270500" cy="276999"/>
          </a:xfrm>
          <a:prstGeom prst="rect">
            <a:avLst/>
          </a:prstGeom>
          <a:noFill/>
          <a:ln>
            <a:noFill/>
          </a:ln>
        </p:spPr>
        <p:txBody>
          <a:bodyPr anchorCtr="0" anchor="t" bIns="0" lIns="0" spcFirstLastPara="1" rIns="0" wrap="square" tIns="0">
            <a:spAutoFit/>
          </a:bodyPr>
          <a:lstStyle>
            <a:lvl1pPr indent="-342900" lvl="0" marL="457200" algn="l">
              <a:lnSpc>
                <a:spcPct val="100000"/>
              </a:lnSpc>
              <a:spcBef>
                <a:spcPts val="0"/>
              </a:spcBef>
              <a:spcAft>
                <a:spcPts val="0"/>
              </a:spcAft>
              <a:buClr>
                <a:schemeClr val="lt1"/>
              </a:buClr>
              <a:buSzPts val="1800"/>
              <a:buChar char="​"/>
              <a:defRPr b="1" sz="1800">
                <a:solidFill>
                  <a:schemeClr val="lt1"/>
                </a:solidFill>
              </a:defRPr>
            </a:lvl1pPr>
            <a:lvl2pPr indent="-342900" lvl="1" marL="914400" algn="l">
              <a:lnSpc>
                <a:spcPct val="90000"/>
              </a:lnSpc>
              <a:spcBef>
                <a:spcPts val="400"/>
              </a:spcBef>
              <a:spcAft>
                <a:spcPts val="0"/>
              </a:spcAft>
              <a:buSzPts val="1800"/>
              <a:buChar char="•"/>
              <a:defRPr>
                <a:solidFill>
                  <a:schemeClr val="lt1"/>
                </a:solidFill>
              </a:defRPr>
            </a:lvl2pPr>
            <a:lvl3pPr indent="-317500" lvl="2" marL="1371600" algn="l">
              <a:lnSpc>
                <a:spcPct val="85000"/>
              </a:lnSpc>
              <a:spcBef>
                <a:spcPts val="400"/>
              </a:spcBef>
              <a:spcAft>
                <a:spcPts val="0"/>
              </a:spcAft>
              <a:buClr>
                <a:schemeClr val="lt1"/>
              </a:buClr>
              <a:buSzPts val="1400"/>
              <a:buChar char="–"/>
              <a:defRPr>
                <a:solidFill>
                  <a:schemeClr val="lt1"/>
                </a:solidFill>
              </a:defRPr>
            </a:lvl3pPr>
            <a:lvl4pPr indent="-355600" lvl="3" marL="1828800" algn="l">
              <a:lnSpc>
                <a:spcPct val="90000"/>
              </a:lnSpc>
              <a:spcBef>
                <a:spcPts val="1200"/>
              </a:spcBef>
              <a:spcAft>
                <a:spcPts val="0"/>
              </a:spcAft>
              <a:buClr>
                <a:schemeClr val="lt1"/>
              </a:buClr>
              <a:buSzPts val="2000"/>
              <a:buChar char="​"/>
              <a:defRPr>
                <a:solidFill>
                  <a:schemeClr val="lt1"/>
                </a:solidFill>
              </a:defRPr>
            </a:lvl4pPr>
            <a:lvl5pPr indent="-317500" lvl="4" marL="2286000" algn="l">
              <a:lnSpc>
                <a:spcPct val="90000"/>
              </a:lnSpc>
              <a:spcBef>
                <a:spcPts val="0"/>
              </a:spcBef>
              <a:spcAft>
                <a:spcPts val="0"/>
              </a:spcAft>
              <a:buClr>
                <a:schemeClr val="lt1"/>
              </a:buClr>
              <a:buSzPts val="1400"/>
              <a:buChar char="​"/>
              <a:defRPr>
                <a:solidFill>
                  <a:schemeClr val="lt1"/>
                </a:solidFill>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49" name="Google Shape;49;p3"/>
          <p:cNvSpPr txBox="1"/>
          <p:nvPr>
            <p:ph type="title"/>
          </p:nvPr>
        </p:nvSpPr>
        <p:spPr>
          <a:xfrm>
            <a:off x="550863" y="1781175"/>
            <a:ext cx="9452781" cy="2266320"/>
          </a:xfrm>
          <a:prstGeom prst="rect">
            <a:avLst/>
          </a:prstGeom>
          <a:noFill/>
          <a:ln>
            <a:noFill/>
          </a:ln>
        </p:spPr>
        <p:txBody>
          <a:bodyPr anchorCtr="0" anchor="b" bIns="0" lIns="0" spcFirstLastPara="1" rIns="0" wrap="square" tIns="0">
            <a:normAutofit/>
          </a:bodyPr>
          <a:lstStyle>
            <a:lvl1pPr lvl="0" algn="l">
              <a:lnSpc>
                <a:spcPct val="80000"/>
              </a:lnSpc>
              <a:spcBef>
                <a:spcPts val="0"/>
              </a:spcBef>
              <a:spcAft>
                <a:spcPts val="0"/>
              </a:spcAft>
              <a:buClr>
                <a:schemeClr val="lt1"/>
              </a:buClr>
              <a:buSzPts val="5400"/>
              <a:buFont typeface="Montserrat"/>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
          <p:cNvSpPr txBox="1"/>
          <p:nvPr>
            <p:ph idx="2" type="body"/>
          </p:nvPr>
        </p:nvSpPr>
        <p:spPr>
          <a:xfrm>
            <a:off x="550863" y="4151338"/>
            <a:ext cx="9452782" cy="311367"/>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lt1"/>
              </a:buClr>
              <a:buSzPts val="2400"/>
              <a:buNone/>
              <a:defRPr sz="2400">
                <a:solidFill>
                  <a:schemeClr val="l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1" name="Google Shape;51;p3"/>
          <p:cNvSpPr txBox="1"/>
          <p:nvPr>
            <p:ph idx="3" type="body"/>
          </p:nvPr>
        </p:nvSpPr>
        <p:spPr>
          <a:xfrm>
            <a:off x="550865" y="6052110"/>
            <a:ext cx="5270499" cy="24622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lt1"/>
              </a:buClr>
              <a:buSzPts val="1600"/>
              <a:buNone/>
              <a:defRPr b="0" sz="1600">
                <a:solidFill>
                  <a:schemeClr val="lt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pic>
        <p:nvPicPr>
          <p:cNvPr id="52" name="Google Shape;52;p3"/>
          <p:cNvPicPr preferRelativeResize="0"/>
          <p:nvPr/>
        </p:nvPicPr>
        <p:blipFill rotWithShape="1">
          <a:blip r:embed="rId2">
            <a:alphaModFix/>
          </a:blip>
          <a:srcRect b="0" l="0" r="0" t="0"/>
          <a:stretch/>
        </p:blipFill>
        <p:spPr>
          <a:xfrm>
            <a:off x="550862" y="559669"/>
            <a:ext cx="2188355" cy="549276"/>
          </a:xfrm>
          <a:prstGeom prst="rect">
            <a:avLst/>
          </a:prstGeom>
          <a:noFill/>
          <a:ln>
            <a:noFill/>
          </a:ln>
        </p:spPr>
      </p:pic>
      <p:sp>
        <p:nvSpPr>
          <p:cNvPr id="53" name="Google Shape;53;p3"/>
          <p:cNvSpPr txBox="1"/>
          <p:nvPr>
            <p:ph idx="4" type="body"/>
          </p:nvPr>
        </p:nvSpPr>
        <p:spPr>
          <a:xfrm>
            <a:off x="550865" y="5808765"/>
            <a:ext cx="5270500" cy="246221"/>
          </a:xfrm>
          <a:prstGeom prst="rect">
            <a:avLst/>
          </a:prstGeom>
          <a:noFill/>
          <a:ln>
            <a:noFill/>
          </a:ln>
        </p:spPr>
        <p:txBody>
          <a:bodyPr anchorCtr="0" anchor="t" bIns="0" lIns="0" spcFirstLastPara="1" rIns="0" wrap="square" tIns="0">
            <a:spAutoFit/>
          </a:bodyPr>
          <a:lstStyle>
            <a:lvl1pPr indent="-330200" lvl="0" marL="457200" algn="l">
              <a:lnSpc>
                <a:spcPct val="100000"/>
              </a:lnSpc>
              <a:spcBef>
                <a:spcPts val="0"/>
              </a:spcBef>
              <a:spcAft>
                <a:spcPts val="0"/>
              </a:spcAft>
              <a:buClr>
                <a:schemeClr val="lt1"/>
              </a:buClr>
              <a:buSzPts val="1600"/>
              <a:buChar char="​"/>
              <a:defRPr sz="1600">
                <a:solidFill>
                  <a:schemeClr val="lt1"/>
                </a:solidFill>
              </a:defRPr>
            </a:lvl1pPr>
            <a:lvl2pPr indent="-342900" lvl="1" marL="914400" algn="l">
              <a:lnSpc>
                <a:spcPct val="90000"/>
              </a:lnSpc>
              <a:spcBef>
                <a:spcPts val="400"/>
              </a:spcBef>
              <a:spcAft>
                <a:spcPts val="0"/>
              </a:spcAft>
              <a:buSzPts val="1800"/>
              <a:buChar char="•"/>
              <a:defRPr>
                <a:solidFill>
                  <a:schemeClr val="lt1"/>
                </a:solidFill>
              </a:defRPr>
            </a:lvl2pPr>
            <a:lvl3pPr indent="-317500" lvl="2" marL="1371600" algn="l">
              <a:lnSpc>
                <a:spcPct val="85000"/>
              </a:lnSpc>
              <a:spcBef>
                <a:spcPts val="400"/>
              </a:spcBef>
              <a:spcAft>
                <a:spcPts val="0"/>
              </a:spcAft>
              <a:buClr>
                <a:schemeClr val="lt1"/>
              </a:buClr>
              <a:buSzPts val="1400"/>
              <a:buChar char="–"/>
              <a:defRPr>
                <a:solidFill>
                  <a:schemeClr val="lt1"/>
                </a:solidFill>
              </a:defRPr>
            </a:lvl3pPr>
            <a:lvl4pPr indent="-355600" lvl="3" marL="1828800" algn="l">
              <a:lnSpc>
                <a:spcPct val="90000"/>
              </a:lnSpc>
              <a:spcBef>
                <a:spcPts val="1200"/>
              </a:spcBef>
              <a:spcAft>
                <a:spcPts val="0"/>
              </a:spcAft>
              <a:buClr>
                <a:schemeClr val="lt1"/>
              </a:buClr>
              <a:buSzPts val="2000"/>
              <a:buChar char="​"/>
              <a:defRPr>
                <a:solidFill>
                  <a:schemeClr val="lt1"/>
                </a:solidFill>
              </a:defRPr>
            </a:lvl4pPr>
            <a:lvl5pPr indent="-317500" lvl="4" marL="2286000" algn="l">
              <a:lnSpc>
                <a:spcPct val="90000"/>
              </a:lnSpc>
              <a:spcBef>
                <a:spcPts val="0"/>
              </a:spcBef>
              <a:spcAft>
                <a:spcPts val="0"/>
              </a:spcAft>
              <a:buClr>
                <a:schemeClr val="lt1"/>
              </a:buClr>
              <a:buSzPts val="1400"/>
              <a:buChar char="​"/>
              <a:defRPr>
                <a:solidFill>
                  <a:schemeClr val="lt1"/>
                </a:solidFill>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54" name="Google Shape;54;p3"/>
          <p:cNvSpPr/>
          <p:nvPr/>
        </p:nvSpPr>
        <p:spPr>
          <a:xfrm>
            <a:off x="-1" y="0"/>
            <a:ext cx="12192000" cy="6858000"/>
          </a:xfrm>
          <a:custGeom>
            <a:rect b="b" l="l" r="r" t="t"/>
            <a:pathLst>
              <a:path extrusionOk="0" h="6858000" w="12192000">
                <a:moveTo>
                  <a:pt x="275280" y="275280"/>
                </a:moveTo>
                <a:lnTo>
                  <a:pt x="275280" y="6582720"/>
                </a:lnTo>
                <a:lnTo>
                  <a:pt x="11032575" y="6582720"/>
                </a:lnTo>
                <a:lnTo>
                  <a:pt x="11916720" y="5452526"/>
                </a:lnTo>
                <a:lnTo>
                  <a:pt x="11916720" y="275280"/>
                </a:lnTo>
                <a:lnTo>
                  <a:pt x="275280" y="275280"/>
                </a:lnTo>
                <a:close/>
                <a:moveTo>
                  <a:pt x="0" y="0"/>
                </a:moveTo>
                <a:lnTo>
                  <a:pt x="12192000" y="0"/>
                </a:lnTo>
                <a:lnTo>
                  <a:pt x="12192000" y="6858000"/>
                </a:lnTo>
                <a:lnTo>
                  <a:pt x="0" y="6858000"/>
                </a:ln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pic>
        <p:nvPicPr>
          <p:cNvPr id="55" name="Google Shape;55;p3"/>
          <p:cNvPicPr preferRelativeResize="0"/>
          <p:nvPr/>
        </p:nvPicPr>
        <p:blipFill rotWithShape="1">
          <a:blip r:embed="rId3">
            <a:alphaModFix/>
          </a:blip>
          <a:srcRect b="78078" l="7669" r="0" t="0"/>
          <a:stretch/>
        </p:blipFill>
        <p:spPr>
          <a:xfrm flipH="1" rot="5400000">
            <a:off x="8206461" y="2905877"/>
            <a:ext cx="5738664" cy="1046246"/>
          </a:xfrm>
          <a:custGeom>
            <a:rect b="b" l="l" r="r" t="t"/>
            <a:pathLst>
              <a:path extrusionOk="0" h="1046246" w="5738664">
                <a:moveTo>
                  <a:pt x="5738664" y="1046246"/>
                </a:moveTo>
                <a:lnTo>
                  <a:pt x="5738664" y="0"/>
                </a:lnTo>
                <a:lnTo>
                  <a:pt x="732423" y="0"/>
                </a:lnTo>
                <a:lnTo>
                  <a:pt x="732423" y="156178"/>
                </a:lnTo>
                <a:lnTo>
                  <a:pt x="492465" y="156178"/>
                </a:lnTo>
                <a:lnTo>
                  <a:pt x="492465" y="374786"/>
                </a:lnTo>
                <a:lnTo>
                  <a:pt x="256175" y="374786"/>
                </a:lnTo>
                <a:lnTo>
                  <a:pt x="256175" y="593396"/>
                </a:lnTo>
                <a:lnTo>
                  <a:pt x="0" y="593396"/>
                </a:lnTo>
                <a:lnTo>
                  <a:pt x="0" y="1046246"/>
                </a:lnTo>
                <a:close/>
              </a:path>
            </a:pathLst>
          </a:custGeom>
          <a:noFill/>
          <a:ln>
            <a:noFill/>
          </a:ln>
        </p:spPr>
      </p:pic>
      <p:sp>
        <p:nvSpPr>
          <p:cNvPr id="56" name="Google Shape;56;p3"/>
          <p:cNvSpPr/>
          <p:nvPr/>
        </p:nvSpPr>
        <p:spPr>
          <a:xfrm>
            <a:off x="10817225" y="5100638"/>
            <a:ext cx="1374775" cy="1757362"/>
          </a:xfrm>
          <a:custGeom>
            <a:rect b="b" l="l" r="r" t="t"/>
            <a:pathLst>
              <a:path extrusionOk="0" h="1107" w="866">
                <a:moveTo>
                  <a:pt x="866" y="1107"/>
                </a:moveTo>
                <a:lnTo>
                  <a:pt x="866" y="0"/>
                </a:lnTo>
                <a:lnTo>
                  <a:pt x="0" y="1107"/>
                </a:lnTo>
                <a:lnTo>
                  <a:pt x="866" y="110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7" name="Google Shape;57;p3"/>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a:t>
            </a:r>
            <a:r>
              <a:rPr lang="en-US" sz="600">
                <a:solidFill>
                  <a:srgbClr val="808080"/>
                </a:solidFill>
                <a:latin typeface="Montserrat"/>
                <a:ea typeface="Montserrat"/>
                <a:cs typeface="Montserrat"/>
                <a:sym typeface="Montserrat"/>
              </a:rPr>
              <a:t> Musarubra US LLC. |  All Rights Reserved - Trellix Confidential </a:t>
            </a:r>
            <a:endParaRPr sz="600">
              <a:solidFill>
                <a:schemeClr val="dk1"/>
              </a:solidFill>
              <a:latin typeface="Montserrat"/>
              <a:ea typeface="Montserrat"/>
              <a:cs typeface="Montserrat"/>
              <a:sym typeface="Montserrat"/>
            </a:endParaRPr>
          </a:p>
        </p:txBody>
      </p:sp>
      <p:sp>
        <p:nvSpPr>
          <p:cNvPr id="58" name="Google Shape;58;p3"/>
          <p:cNvSpPr txBox="1"/>
          <p:nvPr>
            <p:ph idx="12" type="sldNum"/>
          </p:nvPr>
        </p:nvSpPr>
        <p:spPr>
          <a:xfrm>
            <a:off x="11460295" y="6582409"/>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Title and Content">
  <p:cSld name="02_Title and Content">
    <p:spTree>
      <p:nvGrpSpPr>
        <p:cNvPr id="59" name="Shape 59"/>
        <p:cNvGrpSpPr/>
        <p:nvPr/>
      </p:nvGrpSpPr>
      <p:grpSpPr>
        <a:xfrm>
          <a:off x="0" y="0"/>
          <a:ext cx="0" cy="0"/>
          <a:chOff x="0" y="0"/>
          <a:chExt cx="0" cy="0"/>
        </a:xfrm>
      </p:grpSpPr>
      <p:sp>
        <p:nvSpPr>
          <p:cNvPr id="60" name="Google Shape;60;p4"/>
          <p:cNvSpPr txBox="1"/>
          <p:nvPr>
            <p:ph type="title"/>
          </p:nvPr>
        </p:nvSpPr>
        <p:spPr>
          <a:xfrm>
            <a:off x="549275" y="510912"/>
            <a:ext cx="1109345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4"/>
          <p:cNvSpPr txBox="1"/>
          <p:nvPr>
            <p:ph idx="1" type="body"/>
          </p:nvPr>
        </p:nvSpPr>
        <p:spPr>
          <a:xfrm>
            <a:off x="550864" y="2336800"/>
            <a:ext cx="11091862"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62" name="Google Shape;62;p4"/>
          <p:cNvSpPr txBox="1"/>
          <p:nvPr>
            <p:ph idx="2" type="body"/>
          </p:nvPr>
        </p:nvSpPr>
        <p:spPr>
          <a:xfrm>
            <a:off x="550864" y="1784350"/>
            <a:ext cx="11091862"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63" name="Google Shape;63;p4"/>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Two Content">
  <p:cSld name="03_Two Content">
    <p:spTree>
      <p:nvGrpSpPr>
        <p:cNvPr id="64" name="Shape 64"/>
        <p:cNvGrpSpPr/>
        <p:nvPr/>
      </p:nvGrpSpPr>
      <p:grpSpPr>
        <a:xfrm>
          <a:off x="0" y="0"/>
          <a:ext cx="0" cy="0"/>
          <a:chOff x="0" y="0"/>
          <a:chExt cx="0" cy="0"/>
        </a:xfrm>
      </p:grpSpPr>
      <p:sp>
        <p:nvSpPr>
          <p:cNvPr id="65" name="Google Shape;65;p5"/>
          <p:cNvSpPr txBox="1"/>
          <p:nvPr>
            <p:ph type="title"/>
          </p:nvPr>
        </p:nvSpPr>
        <p:spPr>
          <a:xfrm>
            <a:off x="549275" y="510912"/>
            <a:ext cx="1109345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5"/>
          <p:cNvSpPr txBox="1"/>
          <p:nvPr>
            <p:ph idx="1" type="body"/>
          </p:nvPr>
        </p:nvSpPr>
        <p:spPr>
          <a:xfrm>
            <a:off x="549274" y="2336799"/>
            <a:ext cx="5272089"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67" name="Google Shape;67;p5"/>
          <p:cNvSpPr txBox="1"/>
          <p:nvPr>
            <p:ph idx="2" type="body"/>
          </p:nvPr>
        </p:nvSpPr>
        <p:spPr>
          <a:xfrm>
            <a:off x="6370640" y="2336799"/>
            <a:ext cx="5272086"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68" name="Google Shape;68;p5"/>
          <p:cNvSpPr txBox="1"/>
          <p:nvPr>
            <p:ph idx="3"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69" name="Google Shape;69;p5"/>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Weighted Right">
  <p:cSld name="04_Weighted Right">
    <p:spTree>
      <p:nvGrpSpPr>
        <p:cNvPr id="70" name="Shape 70"/>
        <p:cNvGrpSpPr/>
        <p:nvPr/>
      </p:nvGrpSpPr>
      <p:grpSpPr>
        <a:xfrm>
          <a:off x="0" y="0"/>
          <a:ext cx="0" cy="0"/>
          <a:chOff x="0" y="0"/>
          <a:chExt cx="0" cy="0"/>
        </a:xfrm>
      </p:grpSpPr>
      <p:sp>
        <p:nvSpPr>
          <p:cNvPr id="71" name="Google Shape;71;p6"/>
          <p:cNvSpPr txBox="1"/>
          <p:nvPr>
            <p:ph type="title"/>
          </p:nvPr>
        </p:nvSpPr>
        <p:spPr>
          <a:xfrm>
            <a:off x="549275" y="510913"/>
            <a:ext cx="1109345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
          <p:cNvSpPr txBox="1"/>
          <p:nvPr>
            <p:ph idx="1" type="body"/>
          </p:nvPr>
        </p:nvSpPr>
        <p:spPr>
          <a:xfrm>
            <a:off x="549275" y="2336799"/>
            <a:ext cx="3286123" cy="3734499"/>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73" name="Google Shape;73;p6"/>
          <p:cNvSpPr txBox="1"/>
          <p:nvPr>
            <p:ph idx="2" type="body"/>
          </p:nvPr>
        </p:nvSpPr>
        <p:spPr>
          <a:xfrm>
            <a:off x="4384673" y="2336799"/>
            <a:ext cx="7258051" cy="3734499"/>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74" name="Google Shape;74;p6"/>
          <p:cNvSpPr txBox="1"/>
          <p:nvPr>
            <p:ph idx="3"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75" name="Google Shape;75;p6"/>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Weighted Left">
  <p:cSld name="05_Weighted Left">
    <p:spTree>
      <p:nvGrpSpPr>
        <p:cNvPr id="76" name="Shape 76"/>
        <p:cNvGrpSpPr/>
        <p:nvPr/>
      </p:nvGrpSpPr>
      <p:grpSpPr>
        <a:xfrm>
          <a:off x="0" y="0"/>
          <a:ext cx="0" cy="0"/>
          <a:chOff x="0" y="0"/>
          <a:chExt cx="0" cy="0"/>
        </a:xfrm>
      </p:grpSpPr>
      <p:sp>
        <p:nvSpPr>
          <p:cNvPr id="77" name="Google Shape;77;p7"/>
          <p:cNvSpPr txBox="1"/>
          <p:nvPr>
            <p:ph type="title"/>
          </p:nvPr>
        </p:nvSpPr>
        <p:spPr>
          <a:xfrm>
            <a:off x="549275" y="510912"/>
            <a:ext cx="1109345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7"/>
          <p:cNvSpPr txBox="1"/>
          <p:nvPr>
            <p:ph idx="1" type="body"/>
          </p:nvPr>
        </p:nvSpPr>
        <p:spPr>
          <a:xfrm>
            <a:off x="8353554" y="2336800"/>
            <a:ext cx="3287584"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79" name="Google Shape;79;p7"/>
          <p:cNvSpPr txBox="1"/>
          <p:nvPr>
            <p:ph idx="2" type="body"/>
          </p:nvPr>
        </p:nvSpPr>
        <p:spPr>
          <a:xfrm>
            <a:off x="549275" y="2336800"/>
            <a:ext cx="7255004"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80" name="Google Shape;80;p7"/>
          <p:cNvSpPr txBox="1"/>
          <p:nvPr>
            <p:ph idx="3"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81" name="Google Shape;81;p7"/>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Three Content">
  <p:cSld name="06_Three Content">
    <p:spTree>
      <p:nvGrpSpPr>
        <p:cNvPr id="82" name="Shape 82"/>
        <p:cNvGrpSpPr/>
        <p:nvPr/>
      </p:nvGrpSpPr>
      <p:grpSpPr>
        <a:xfrm>
          <a:off x="0" y="0"/>
          <a:ext cx="0" cy="0"/>
          <a:chOff x="0" y="0"/>
          <a:chExt cx="0" cy="0"/>
        </a:xfrm>
      </p:grpSpPr>
      <p:sp>
        <p:nvSpPr>
          <p:cNvPr id="83" name="Google Shape;83;p8"/>
          <p:cNvSpPr txBox="1"/>
          <p:nvPr>
            <p:ph type="title"/>
          </p:nvPr>
        </p:nvSpPr>
        <p:spPr>
          <a:xfrm>
            <a:off x="547687" y="510912"/>
            <a:ext cx="11095831"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8"/>
          <p:cNvSpPr txBox="1"/>
          <p:nvPr>
            <p:ph idx="1" type="body"/>
          </p:nvPr>
        </p:nvSpPr>
        <p:spPr>
          <a:xfrm>
            <a:off x="8305165" y="2336800"/>
            <a:ext cx="3337560"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85" name="Google Shape;85;p8"/>
          <p:cNvSpPr txBox="1"/>
          <p:nvPr>
            <p:ph idx="2" type="body"/>
          </p:nvPr>
        </p:nvSpPr>
        <p:spPr>
          <a:xfrm>
            <a:off x="4426426" y="2336800"/>
            <a:ext cx="3333750"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86" name="Google Shape;86;p8"/>
          <p:cNvSpPr txBox="1"/>
          <p:nvPr>
            <p:ph idx="3" type="body"/>
          </p:nvPr>
        </p:nvSpPr>
        <p:spPr>
          <a:xfrm>
            <a:off x="547687" y="2336800"/>
            <a:ext cx="3333750"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87" name="Google Shape;87;p8"/>
          <p:cNvSpPr txBox="1"/>
          <p:nvPr>
            <p:ph idx="4"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88" name="Google Shape;88;p8"/>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Four Content">
  <p:cSld name="07_Four Content">
    <p:spTree>
      <p:nvGrpSpPr>
        <p:cNvPr id="89" name="Shape 89"/>
        <p:cNvGrpSpPr/>
        <p:nvPr/>
      </p:nvGrpSpPr>
      <p:grpSpPr>
        <a:xfrm>
          <a:off x="0" y="0"/>
          <a:ext cx="0" cy="0"/>
          <a:chOff x="0" y="0"/>
          <a:chExt cx="0" cy="0"/>
        </a:xfrm>
      </p:grpSpPr>
      <p:sp>
        <p:nvSpPr>
          <p:cNvPr id="90" name="Google Shape;90;p9"/>
          <p:cNvSpPr txBox="1"/>
          <p:nvPr>
            <p:ph type="title"/>
          </p:nvPr>
        </p:nvSpPr>
        <p:spPr>
          <a:xfrm>
            <a:off x="549275" y="510913"/>
            <a:ext cx="1109345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9"/>
          <p:cNvSpPr txBox="1"/>
          <p:nvPr>
            <p:ph idx="1" type="body"/>
          </p:nvPr>
        </p:nvSpPr>
        <p:spPr>
          <a:xfrm>
            <a:off x="549275" y="2336800"/>
            <a:ext cx="2360613"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92" name="Google Shape;92;p9"/>
          <p:cNvSpPr txBox="1"/>
          <p:nvPr>
            <p:ph idx="2" type="body"/>
          </p:nvPr>
        </p:nvSpPr>
        <p:spPr>
          <a:xfrm>
            <a:off x="3459163" y="2336800"/>
            <a:ext cx="2362200"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93" name="Google Shape;93;p9"/>
          <p:cNvSpPr txBox="1"/>
          <p:nvPr>
            <p:ph idx="3" type="body"/>
          </p:nvPr>
        </p:nvSpPr>
        <p:spPr>
          <a:xfrm>
            <a:off x="6370638" y="2336800"/>
            <a:ext cx="2362200"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94" name="Google Shape;94;p9"/>
          <p:cNvSpPr txBox="1"/>
          <p:nvPr>
            <p:ph idx="4" type="body"/>
          </p:nvPr>
        </p:nvSpPr>
        <p:spPr>
          <a:xfrm>
            <a:off x="9282113" y="2336800"/>
            <a:ext cx="2360612" cy="373856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95" name="Google Shape;95;p9"/>
          <p:cNvSpPr txBox="1"/>
          <p:nvPr>
            <p:ph idx="5"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96" name="Google Shape;96;p9"/>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Title Only">
  <p:cSld name="08_Title Only">
    <p:spTree>
      <p:nvGrpSpPr>
        <p:cNvPr id="97" name="Shape 97"/>
        <p:cNvGrpSpPr/>
        <p:nvPr/>
      </p:nvGrpSpPr>
      <p:grpSpPr>
        <a:xfrm>
          <a:off x="0" y="0"/>
          <a:ext cx="0" cy="0"/>
          <a:chOff x="0" y="0"/>
          <a:chExt cx="0" cy="0"/>
        </a:xfrm>
      </p:grpSpPr>
      <p:sp>
        <p:nvSpPr>
          <p:cNvPr id="98" name="Google Shape;98;p10"/>
          <p:cNvSpPr txBox="1"/>
          <p:nvPr>
            <p:ph type="title"/>
          </p:nvPr>
        </p:nvSpPr>
        <p:spPr>
          <a:xfrm>
            <a:off x="549275" y="510913"/>
            <a:ext cx="1109345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0"/>
          <p:cNvSpPr txBox="1"/>
          <p:nvPr>
            <p:ph idx="1"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100" name="Google Shape;100;p10"/>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chemeClr val="accent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Blank" showMasterSp="0" type="blank">
  <p:cSld name="BLANK">
    <p:spTree>
      <p:nvGrpSpPr>
        <p:cNvPr id="101" name="Shape 101"/>
        <p:cNvGrpSpPr/>
        <p:nvPr/>
      </p:nvGrpSpPr>
      <p:grpSpPr>
        <a:xfrm>
          <a:off x="0" y="0"/>
          <a:ext cx="0" cy="0"/>
          <a:chOff x="0" y="0"/>
          <a:chExt cx="0" cy="0"/>
        </a:xfrm>
      </p:grpSpPr>
      <p:sp>
        <p:nvSpPr>
          <p:cNvPr id="102" name="Google Shape;102;p11"/>
          <p:cNvSpPr/>
          <p:nvPr/>
        </p:nvSpPr>
        <p:spPr>
          <a:xfrm>
            <a:off x="0" y="0"/>
            <a:ext cx="12192000" cy="6858000"/>
          </a:xfrm>
          <a:custGeom>
            <a:rect b="b" l="l" r="r" t="t"/>
            <a:pathLst>
              <a:path extrusionOk="0" h="6858000" w="12192000">
                <a:moveTo>
                  <a:pt x="0" y="0"/>
                </a:moveTo>
                <a:lnTo>
                  <a:pt x="12192000" y="0"/>
                </a:lnTo>
                <a:lnTo>
                  <a:pt x="12192000" y="5915222"/>
                </a:lnTo>
                <a:lnTo>
                  <a:pt x="1145447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grpSp>
        <p:nvGrpSpPr>
          <p:cNvPr id="103" name="Google Shape;103;p11"/>
          <p:cNvGrpSpPr/>
          <p:nvPr/>
        </p:nvGrpSpPr>
        <p:grpSpPr>
          <a:xfrm>
            <a:off x="274638" y="6348413"/>
            <a:ext cx="939139" cy="235263"/>
            <a:chOff x="10573833" y="4992967"/>
            <a:chExt cx="923543" cy="231356"/>
          </a:xfrm>
        </p:grpSpPr>
        <p:sp>
          <p:nvSpPr>
            <p:cNvPr id="104" name="Google Shape;104;p11"/>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105" name="Google Shape;105;p11"/>
            <p:cNvGrpSpPr/>
            <p:nvPr/>
          </p:nvGrpSpPr>
          <p:grpSpPr>
            <a:xfrm>
              <a:off x="10573833" y="4992967"/>
              <a:ext cx="878511" cy="231356"/>
              <a:chOff x="10573833" y="4992967"/>
              <a:chExt cx="878511" cy="231356"/>
            </a:xfrm>
          </p:grpSpPr>
          <p:grpSp>
            <p:nvGrpSpPr>
              <p:cNvPr id="106" name="Google Shape;106;p11"/>
              <p:cNvGrpSpPr/>
              <p:nvPr/>
            </p:nvGrpSpPr>
            <p:grpSpPr>
              <a:xfrm>
                <a:off x="10573833" y="4992967"/>
                <a:ext cx="675627" cy="231356"/>
                <a:chOff x="10573833" y="4992967"/>
                <a:chExt cx="675627" cy="231356"/>
              </a:xfrm>
            </p:grpSpPr>
            <p:sp>
              <p:nvSpPr>
                <p:cNvPr id="107" name="Google Shape;107;p11"/>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08" name="Google Shape;108;p11"/>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09" name="Google Shape;109;p11"/>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10" name="Google Shape;110;p11"/>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11" name="Google Shape;111;p11"/>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12" name="Google Shape;112;p11"/>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113" name="Google Shape;113;p11"/>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114" name="Google Shape;114;p11"/>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115" name="Google Shape;115;p11"/>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ection Header_Gradient" showMasterSp="0">
  <p:cSld name="14_Section Header_Gradient">
    <p:spTree>
      <p:nvGrpSpPr>
        <p:cNvPr id="116" name="Shape 116"/>
        <p:cNvGrpSpPr/>
        <p:nvPr/>
      </p:nvGrpSpPr>
      <p:grpSpPr>
        <a:xfrm>
          <a:off x="0" y="0"/>
          <a:ext cx="0" cy="0"/>
          <a:chOff x="0" y="0"/>
          <a:chExt cx="0" cy="0"/>
        </a:xfrm>
      </p:grpSpPr>
      <p:sp>
        <p:nvSpPr>
          <p:cNvPr id="117" name="Google Shape;117;p12"/>
          <p:cNvSpPr txBox="1"/>
          <p:nvPr>
            <p:ph type="title"/>
          </p:nvPr>
        </p:nvSpPr>
        <p:spPr>
          <a:xfrm>
            <a:off x="2198235" y="2712962"/>
            <a:ext cx="9169853" cy="1334533"/>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5400"/>
              <a:buFont typeface="Montserrat"/>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2"/>
          <p:cNvSpPr txBox="1"/>
          <p:nvPr>
            <p:ph idx="1" type="body"/>
          </p:nvPr>
        </p:nvSpPr>
        <p:spPr>
          <a:xfrm>
            <a:off x="2198235" y="4151338"/>
            <a:ext cx="9169853" cy="311367"/>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lt1"/>
              </a:buClr>
              <a:buSzPts val="2400"/>
              <a:buNone/>
              <a:defRPr sz="2400">
                <a:solidFill>
                  <a:schemeClr val="lt1"/>
                </a:solidFill>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119" name="Google Shape;119;p12"/>
          <p:cNvSpPr/>
          <p:nvPr/>
        </p:nvSpPr>
        <p:spPr>
          <a:xfrm>
            <a:off x="-1" y="0"/>
            <a:ext cx="12192000" cy="6858000"/>
          </a:xfrm>
          <a:custGeom>
            <a:rect b="b" l="l" r="r" t="t"/>
            <a:pathLst>
              <a:path extrusionOk="0" h="6858000" w="12192000">
                <a:moveTo>
                  <a:pt x="272880" y="272880"/>
                </a:moveTo>
                <a:lnTo>
                  <a:pt x="272880" y="6585120"/>
                </a:lnTo>
                <a:lnTo>
                  <a:pt x="11030698" y="6585120"/>
                </a:lnTo>
                <a:lnTo>
                  <a:pt x="11919120" y="5449458"/>
                </a:lnTo>
                <a:lnTo>
                  <a:pt x="11919120" y="272880"/>
                </a:lnTo>
                <a:close/>
                <a:moveTo>
                  <a:pt x="0" y="0"/>
                </a:moveTo>
                <a:lnTo>
                  <a:pt x="12192000" y="0"/>
                </a:lnTo>
                <a:lnTo>
                  <a:pt x="12192000" y="5100638"/>
                </a:lnTo>
                <a:lnTo>
                  <a:pt x="12192000" y="6858000"/>
                </a:lnTo>
                <a:lnTo>
                  <a:pt x="10817225"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pic>
        <p:nvPicPr>
          <p:cNvPr id="120" name="Google Shape;120;p12"/>
          <p:cNvPicPr preferRelativeResize="0"/>
          <p:nvPr/>
        </p:nvPicPr>
        <p:blipFill rotWithShape="1">
          <a:blip r:embed="rId2">
            <a:alphaModFix/>
          </a:blip>
          <a:srcRect b="0" l="7669" r="0" t="77966"/>
          <a:stretch/>
        </p:blipFill>
        <p:spPr>
          <a:xfrm flipH="1" rot="5400000">
            <a:off x="-1770215" y="2903204"/>
            <a:ext cx="5738664" cy="1051593"/>
          </a:xfrm>
          <a:custGeom>
            <a:rect b="b" l="l" r="r" t="t"/>
            <a:pathLst>
              <a:path extrusionOk="0" h="1051593" w="5738664">
                <a:moveTo>
                  <a:pt x="5738664" y="1051593"/>
                </a:moveTo>
                <a:lnTo>
                  <a:pt x="5738664" y="0"/>
                </a:lnTo>
                <a:lnTo>
                  <a:pt x="0" y="0"/>
                </a:lnTo>
                <a:lnTo>
                  <a:pt x="0" y="1051593"/>
                </a:lnTo>
                <a:close/>
              </a:path>
            </a:pathLst>
          </a:custGeom>
          <a:noFill/>
          <a:ln>
            <a:noFill/>
          </a:ln>
        </p:spPr>
      </p:pic>
      <p:pic>
        <p:nvPicPr>
          <p:cNvPr id="121" name="Google Shape;121;p12"/>
          <p:cNvPicPr preferRelativeResize="0"/>
          <p:nvPr/>
        </p:nvPicPr>
        <p:blipFill rotWithShape="1">
          <a:blip r:embed="rId3">
            <a:alphaModFix/>
          </a:blip>
          <a:srcRect b="0" l="0" r="0" t="0"/>
          <a:stretch/>
        </p:blipFill>
        <p:spPr>
          <a:xfrm>
            <a:off x="9454370" y="559669"/>
            <a:ext cx="2188355" cy="549276"/>
          </a:xfrm>
          <a:prstGeom prst="rect">
            <a:avLst/>
          </a:prstGeom>
          <a:noFill/>
          <a:ln>
            <a:noFill/>
          </a:ln>
        </p:spPr>
      </p:pic>
      <p:sp>
        <p:nvSpPr>
          <p:cNvPr id="122" name="Google Shape;122;p12"/>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a:t>
            </a:r>
            <a:r>
              <a:rPr lang="en-US" sz="600">
                <a:solidFill>
                  <a:srgbClr val="808080"/>
                </a:solidFill>
                <a:latin typeface="Montserrat"/>
                <a:ea typeface="Montserrat"/>
                <a:cs typeface="Montserrat"/>
                <a:sym typeface="Montserrat"/>
              </a:rPr>
              <a:t> Musarubra US LLC. |  All Rights Reserved - Trellix Confidential </a:t>
            </a:r>
            <a:endParaRPr sz="600">
              <a:solidFill>
                <a:schemeClr val="dk1"/>
              </a:solidFill>
              <a:latin typeface="Montserrat"/>
              <a:ea typeface="Montserrat"/>
              <a:cs typeface="Montserrat"/>
              <a:sym typeface="Montserrat"/>
            </a:endParaRPr>
          </a:p>
        </p:txBody>
      </p:sp>
      <p:sp>
        <p:nvSpPr>
          <p:cNvPr id="123" name="Google Shape;123;p12"/>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omparison">
  <p:cSld name="15_Comparison">
    <p:spTree>
      <p:nvGrpSpPr>
        <p:cNvPr id="124" name="Shape 124"/>
        <p:cNvGrpSpPr/>
        <p:nvPr/>
      </p:nvGrpSpPr>
      <p:grpSpPr>
        <a:xfrm>
          <a:off x="0" y="0"/>
          <a:ext cx="0" cy="0"/>
          <a:chOff x="0" y="0"/>
          <a:chExt cx="0" cy="0"/>
        </a:xfrm>
      </p:grpSpPr>
      <p:sp>
        <p:nvSpPr>
          <p:cNvPr id="125" name="Google Shape;125;p13"/>
          <p:cNvSpPr txBox="1"/>
          <p:nvPr>
            <p:ph type="title"/>
          </p:nvPr>
        </p:nvSpPr>
        <p:spPr>
          <a:xfrm>
            <a:off x="549275" y="510913"/>
            <a:ext cx="1109345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13"/>
          <p:cNvSpPr txBox="1"/>
          <p:nvPr>
            <p:ph idx="1" type="body"/>
          </p:nvPr>
        </p:nvSpPr>
        <p:spPr>
          <a:xfrm>
            <a:off x="549276" y="3190592"/>
            <a:ext cx="5272087" cy="2884771"/>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1200"/>
              </a:spcBef>
              <a:spcAft>
                <a:spcPts val="0"/>
              </a:spcAft>
              <a:buClr>
                <a:schemeClr val="dk1"/>
              </a:buClr>
              <a:buSzPts val="2000"/>
              <a:buChar char="​"/>
              <a:defRPr sz="2000">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sz="1800">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sz="1400">
                <a:latin typeface="Montserrat"/>
                <a:ea typeface="Montserrat"/>
                <a:cs typeface="Montserrat"/>
                <a:sym typeface="Montserrat"/>
              </a:defRPr>
            </a:lvl3pPr>
            <a:lvl4pPr indent="-342900" lvl="3" marL="1828800" algn="l">
              <a:lnSpc>
                <a:spcPct val="90000"/>
              </a:lnSpc>
              <a:spcBef>
                <a:spcPts val="1200"/>
              </a:spcBef>
              <a:spcAft>
                <a:spcPts val="0"/>
              </a:spcAft>
              <a:buClr>
                <a:schemeClr val="dk1"/>
              </a:buClr>
              <a:buSzPts val="1800"/>
              <a:buChar char="​"/>
              <a:defRPr sz="1800">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sz="1400">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127" name="Google Shape;127;p13"/>
          <p:cNvSpPr txBox="1"/>
          <p:nvPr>
            <p:ph idx="2" type="body"/>
          </p:nvPr>
        </p:nvSpPr>
        <p:spPr>
          <a:xfrm>
            <a:off x="6370637" y="3190592"/>
            <a:ext cx="5272087" cy="2884771"/>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1200"/>
              </a:spcBef>
              <a:spcAft>
                <a:spcPts val="0"/>
              </a:spcAft>
              <a:buClr>
                <a:schemeClr val="dk1"/>
              </a:buClr>
              <a:buSzPts val="2000"/>
              <a:buChar char="​"/>
              <a:defRPr sz="2000">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sz="1800">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sz="1400">
                <a:latin typeface="Montserrat"/>
                <a:ea typeface="Montserrat"/>
                <a:cs typeface="Montserrat"/>
                <a:sym typeface="Montserrat"/>
              </a:defRPr>
            </a:lvl3pPr>
            <a:lvl4pPr indent="-342900" lvl="3" marL="1828800" algn="l">
              <a:lnSpc>
                <a:spcPct val="90000"/>
              </a:lnSpc>
              <a:spcBef>
                <a:spcPts val="1200"/>
              </a:spcBef>
              <a:spcAft>
                <a:spcPts val="0"/>
              </a:spcAft>
              <a:buClr>
                <a:schemeClr val="dk1"/>
              </a:buClr>
              <a:buSzPts val="1800"/>
              <a:buChar char="​"/>
              <a:defRPr sz="1800">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sz="1400">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128" name="Google Shape;128;p13"/>
          <p:cNvSpPr txBox="1"/>
          <p:nvPr>
            <p:ph idx="3" type="body"/>
          </p:nvPr>
        </p:nvSpPr>
        <p:spPr>
          <a:xfrm>
            <a:off x="549278" y="2372155"/>
            <a:ext cx="5272087" cy="369332"/>
          </a:xfrm>
          <a:prstGeom prst="rect">
            <a:avLst/>
          </a:prstGeom>
          <a:noFill/>
          <a:ln>
            <a:noFill/>
          </a:ln>
        </p:spPr>
        <p:txBody>
          <a:bodyPr anchorCtr="0" anchor="ctr" bIns="0" lIns="0" spcFirstLastPara="1" rIns="0" wrap="square" tIns="0">
            <a:spAutoFit/>
          </a:bodyPr>
          <a:lstStyle>
            <a:lvl1pPr indent="-228600" lvl="0" marL="457200" algn="l">
              <a:lnSpc>
                <a:spcPct val="80000"/>
              </a:lnSpc>
              <a:spcBef>
                <a:spcPts val="0"/>
              </a:spcBef>
              <a:spcAft>
                <a:spcPts val="0"/>
              </a:spcAft>
              <a:buClr>
                <a:schemeClr val="dk1"/>
              </a:buClr>
              <a:buSzPts val="3000"/>
              <a:buNone/>
              <a:defRPr b="1" sz="3000">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129" name="Google Shape;129;p13"/>
          <p:cNvSpPr txBox="1"/>
          <p:nvPr>
            <p:ph idx="4" type="body"/>
          </p:nvPr>
        </p:nvSpPr>
        <p:spPr>
          <a:xfrm>
            <a:off x="6370636" y="2372155"/>
            <a:ext cx="5272088" cy="369332"/>
          </a:xfrm>
          <a:prstGeom prst="rect">
            <a:avLst/>
          </a:prstGeom>
          <a:noFill/>
          <a:ln>
            <a:noFill/>
          </a:ln>
        </p:spPr>
        <p:txBody>
          <a:bodyPr anchorCtr="0" anchor="ctr" bIns="0" lIns="0" spcFirstLastPara="1" rIns="0" wrap="square" tIns="0">
            <a:spAutoFit/>
          </a:bodyPr>
          <a:lstStyle>
            <a:lvl1pPr indent="-228600" lvl="0" marL="457200" algn="l">
              <a:lnSpc>
                <a:spcPct val="80000"/>
              </a:lnSpc>
              <a:spcBef>
                <a:spcPts val="0"/>
              </a:spcBef>
              <a:spcAft>
                <a:spcPts val="0"/>
              </a:spcAft>
              <a:buClr>
                <a:schemeClr val="dk1"/>
              </a:buClr>
              <a:buSzPts val="3000"/>
              <a:buNone/>
              <a:defRPr b="1" sz="3000">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130" name="Google Shape;130;p13"/>
          <p:cNvSpPr/>
          <p:nvPr/>
        </p:nvSpPr>
        <p:spPr>
          <a:xfrm>
            <a:off x="549276" y="2902111"/>
            <a:ext cx="5272086" cy="7371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31" name="Google Shape;131;p13"/>
          <p:cNvSpPr/>
          <p:nvPr/>
        </p:nvSpPr>
        <p:spPr>
          <a:xfrm>
            <a:off x="6370637" y="2902111"/>
            <a:ext cx="5272088" cy="7371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32" name="Google Shape;132;p13"/>
          <p:cNvSpPr txBox="1"/>
          <p:nvPr>
            <p:ph idx="5"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133" name="Google Shape;133;p13"/>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hart and Content Right_Gradient" showMasterSp="0">
  <p:cSld name="16_Chart and Content Right_Gradient">
    <p:spTree>
      <p:nvGrpSpPr>
        <p:cNvPr id="134" name="Shape 134"/>
        <p:cNvGrpSpPr/>
        <p:nvPr/>
      </p:nvGrpSpPr>
      <p:grpSpPr>
        <a:xfrm>
          <a:off x="0" y="0"/>
          <a:ext cx="0" cy="0"/>
          <a:chOff x="0" y="0"/>
          <a:chExt cx="0" cy="0"/>
        </a:xfrm>
      </p:grpSpPr>
      <p:sp>
        <p:nvSpPr>
          <p:cNvPr id="135" name="Google Shape;135;p14"/>
          <p:cNvSpPr/>
          <p:nvPr/>
        </p:nvSpPr>
        <p:spPr>
          <a:xfrm>
            <a:off x="0" y="0"/>
            <a:ext cx="12192000" cy="6858000"/>
          </a:xfrm>
          <a:custGeom>
            <a:rect b="b" l="l" r="r" t="t"/>
            <a:pathLst>
              <a:path extrusionOk="0" h="6858000" w="12192000">
                <a:moveTo>
                  <a:pt x="0" y="0"/>
                </a:moveTo>
                <a:lnTo>
                  <a:pt x="274638" y="1"/>
                </a:lnTo>
                <a:lnTo>
                  <a:pt x="274638" y="6071461"/>
                </a:lnTo>
                <a:lnTo>
                  <a:pt x="5097405" y="6075363"/>
                </a:lnTo>
                <a:lnTo>
                  <a:pt x="5819775" y="5151965"/>
                </a:lnTo>
                <a:lnTo>
                  <a:pt x="5819775" y="0"/>
                </a:lnTo>
                <a:lnTo>
                  <a:pt x="12192000" y="0"/>
                </a:lnTo>
                <a:lnTo>
                  <a:pt x="12192000" y="6858000"/>
                </a:lnTo>
                <a:lnTo>
                  <a:pt x="0" y="685800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36" name="Google Shape;136;p14"/>
          <p:cNvSpPr/>
          <p:nvPr>
            <p:ph idx="2" type="chart"/>
          </p:nvPr>
        </p:nvSpPr>
        <p:spPr>
          <a:xfrm>
            <a:off x="821642" y="1722221"/>
            <a:ext cx="4452716" cy="3429744"/>
          </a:xfrm>
          <a:prstGeom prst="rect">
            <a:avLst/>
          </a:prstGeom>
          <a:noFill/>
          <a:ln>
            <a:noFill/>
          </a:ln>
        </p:spPr>
        <p:txBody>
          <a:bodyPr anchorCtr="0" anchor="t" bIns="0" lIns="0" spcFirstLastPara="1" rIns="0" wrap="square" tIns="0">
            <a:noAutofit/>
          </a:bodyPr>
          <a:lstStyle>
            <a:lvl1pPr lvl="0" marR="0" rtl="0" algn="ctr">
              <a:lnSpc>
                <a:spcPct val="95000"/>
              </a:lnSpc>
              <a:spcBef>
                <a:spcPts val="1200"/>
              </a:spcBef>
              <a:spcAft>
                <a:spcPts val="0"/>
              </a:spcAft>
              <a:buClr>
                <a:schemeClr val="lt1"/>
              </a:buClr>
              <a:buSzPts val="2200"/>
              <a:buFont typeface="Arial"/>
              <a:buChar char="​"/>
              <a:defRPr b="0" i="0" sz="2200" u="none" cap="none" strike="noStrike">
                <a:solidFill>
                  <a:schemeClr val="lt1"/>
                </a:solidFill>
                <a:latin typeface="Montserrat"/>
                <a:ea typeface="Montserrat"/>
                <a:cs typeface="Montserrat"/>
                <a:sym typeface="Montserrat"/>
              </a:defRPr>
            </a:lvl1pPr>
            <a:lvl2pPr lvl="1" marR="0" rtl="0" algn="l">
              <a:lnSpc>
                <a:spcPct val="90000"/>
              </a:lnSpc>
              <a:spcBef>
                <a:spcPts val="400"/>
              </a:spcBef>
              <a:spcAft>
                <a:spcPts val="0"/>
              </a:spcAft>
              <a:buClr>
                <a:schemeClr val="accent1"/>
              </a:buClr>
              <a:buSzPts val="1800"/>
              <a:buFont typeface="Arial"/>
              <a:buChar char="•"/>
              <a:defRPr b="0" i="0" sz="1800" u="none" cap="none" strike="noStrike">
                <a:solidFill>
                  <a:schemeClr val="dk1"/>
                </a:solidFill>
                <a:latin typeface="Montserrat"/>
                <a:ea typeface="Montserrat"/>
                <a:cs typeface="Montserrat"/>
                <a:sym typeface="Montserrat"/>
              </a:defRPr>
            </a:lvl2pPr>
            <a:lvl3pPr lvl="2" marR="0" rtl="0" algn="l">
              <a:lnSpc>
                <a:spcPct val="85000"/>
              </a:lnSpc>
              <a:spcBef>
                <a:spcPts val="4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3pPr>
            <a:lvl4pPr lvl="3" marR="0" rtl="0" algn="l">
              <a:lnSpc>
                <a:spcPct val="90000"/>
              </a:lnSpc>
              <a:spcBef>
                <a:spcPts val="1200"/>
              </a:spcBef>
              <a:spcAft>
                <a:spcPts val="0"/>
              </a:spcAft>
              <a:buClr>
                <a:schemeClr val="dk1"/>
              </a:buClr>
              <a:buSzPts val="2000"/>
              <a:buFont typeface="Arial"/>
              <a:buChar char="​"/>
              <a:defRPr b="1" i="0" sz="2000" u="none" cap="none" strike="noStrike">
                <a:solidFill>
                  <a:schemeClr val="dk1"/>
                </a:solidFill>
                <a:latin typeface="Montserrat"/>
                <a:ea typeface="Montserrat"/>
                <a:cs typeface="Montserrat"/>
                <a:sym typeface="Montserrat"/>
              </a:defRPr>
            </a:lvl4pPr>
            <a:lvl5pPr lvl="4" marR="0" rtl="0" algn="l">
              <a:lnSpc>
                <a:spcPct val="90000"/>
              </a:lnSpc>
              <a:spcBef>
                <a:spcPts val="0"/>
              </a:spcBef>
              <a:spcAft>
                <a:spcPts val="0"/>
              </a:spcAft>
              <a:buClr>
                <a:schemeClr val="accent1"/>
              </a:buClr>
              <a:buSzPts val="1400"/>
              <a:buFont typeface="Arial"/>
              <a:buChar char="​"/>
              <a:defRPr b="0" i="0" sz="1400" u="none" cap="none" strike="noStrike">
                <a:solidFill>
                  <a:schemeClr val="accent1"/>
                </a:solidFill>
                <a:latin typeface="Montserrat"/>
                <a:ea typeface="Montserrat"/>
                <a:cs typeface="Montserrat"/>
                <a:sym typeface="Montserrat"/>
              </a:defRPr>
            </a:lvl5pPr>
            <a:lvl6pPr lvl="5" marR="0" rtl="0" algn="l">
              <a:lnSpc>
                <a:spcPct val="120000"/>
              </a:lnSpc>
              <a:spcBef>
                <a:spcPts val="8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6pPr>
            <a:lvl7pPr lvl="6" marR="0" rtl="0" algn="l">
              <a:lnSpc>
                <a:spcPct val="85000"/>
              </a:lnSpc>
              <a:spcBef>
                <a:spcPts val="600"/>
              </a:spcBef>
              <a:spcAft>
                <a:spcPts val="0"/>
              </a:spcAft>
              <a:buClr>
                <a:schemeClr val="accent1"/>
              </a:buClr>
              <a:buSzPts val="1200"/>
              <a:buFont typeface="Arial"/>
              <a:buChar char="•"/>
              <a:defRPr b="0" i="0" sz="1200" u="none" cap="none" strike="noStrike">
                <a:solidFill>
                  <a:schemeClr val="dk1"/>
                </a:solidFill>
                <a:latin typeface="Montserrat"/>
                <a:ea typeface="Montserrat"/>
                <a:cs typeface="Montserrat"/>
                <a:sym typeface="Montserrat"/>
              </a:defRPr>
            </a:lvl7pPr>
            <a:lvl8pPr lvl="7" marR="0" rtl="0" algn="l">
              <a:lnSpc>
                <a:spcPct val="100000"/>
              </a:lnSpc>
              <a:spcBef>
                <a:spcPts val="1200"/>
              </a:spcBef>
              <a:spcAft>
                <a:spcPts val="0"/>
              </a:spcAft>
              <a:buClr>
                <a:schemeClr val="dk1"/>
              </a:buClr>
              <a:buSzPts val="2200"/>
              <a:buFont typeface="Arial"/>
              <a:buChar char="“"/>
              <a:defRPr b="0" i="0" sz="2200" u="none" cap="none" strike="noStrike">
                <a:solidFill>
                  <a:schemeClr val="dk1"/>
                </a:solidFill>
                <a:latin typeface="Montserrat"/>
                <a:ea typeface="Montserrat"/>
                <a:cs typeface="Montserrat"/>
                <a:sym typeface="Montserrat"/>
              </a:defRPr>
            </a:lvl8pPr>
            <a:lvl9pPr lvl="8" marR="0" rtl="0" algn="l">
              <a:lnSpc>
                <a:spcPct val="85000"/>
              </a:lnSpc>
              <a:spcBef>
                <a:spcPts val="600"/>
              </a:spcBef>
              <a:spcAft>
                <a:spcPts val="1200"/>
              </a:spcAft>
              <a:buClr>
                <a:schemeClr val="accent1"/>
              </a:buClr>
              <a:buSzPts val="1400"/>
              <a:buFont typeface="Arial"/>
              <a:buChar char="•"/>
              <a:defRPr b="1" i="0" sz="1400" u="none" cap="none" strike="noStrike">
                <a:solidFill>
                  <a:schemeClr val="dk1"/>
                </a:solidFill>
                <a:latin typeface="Montserrat"/>
                <a:ea typeface="Montserrat"/>
                <a:cs typeface="Montserrat"/>
                <a:sym typeface="Montserrat"/>
              </a:defRPr>
            </a:lvl9pPr>
          </a:lstStyle>
          <a:p/>
        </p:txBody>
      </p:sp>
      <p:sp>
        <p:nvSpPr>
          <p:cNvPr id="137" name="Google Shape;137;p14"/>
          <p:cNvSpPr txBox="1"/>
          <p:nvPr>
            <p:ph idx="1" type="body"/>
          </p:nvPr>
        </p:nvSpPr>
        <p:spPr>
          <a:xfrm>
            <a:off x="822312" y="812800"/>
            <a:ext cx="4451376" cy="561949"/>
          </a:xfrm>
          <a:prstGeom prst="rect">
            <a:avLst/>
          </a:prstGeom>
          <a:noFill/>
          <a:ln>
            <a:noFill/>
          </a:ln>
        </p:spPr>
        <p:txBody>
          <a:bodyPr anchorCtr="0" anchor="t" bIns="0" lIns="0" spcFirstLastPara="1" rIns="0" wrap="square" tIns="0">
            <a:spAutoFit/>
          </a:bodyPr>
          <a:lstStyle>
            <a:lvl1pPr indent="-228600" lvl="0" marL="457200" algn="ctr">
              <a:lnSpc>
                <a:spcPct val="83000"/>
              </a:lnSpc>
              <a:spcBef>
                <a:spcPts val="0"/>
              </a:spcBef>
              <a:spcAft>
                <a:spcPts val="0"/>
              </a:spcAft>
              <a:buClr>
                <a:schemeClr val="lt1"/>
              </a:buClr>
              <a:buSzPts val="2200"/>
              <a:buNone/>
              <a:defRPr b="1" sz="2200">
                <a:solidFill>
                  <a:schemeClr val="lt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138" name="Google Shape;138;p14"/>
          <p:cNvSpPr txBox="1"/>
          <p:nvPr>
            <p:ph idx="3" type="body"/>
          </p:nvPr>
        </p:nvSpPr>
        <p:spPr>
          <a:xfrm>
            <a:off x="6370638" y="782637"/>
            <a:ext cx="5272087" cy="5292726"/>
          </a:xfrm>
          <a:prstGeom prst="rect">
            <a:avLst/>
          </a:prstGeom>
          <a:noFill/>
          <a:ln>
            <a:noFill/>
          </a:ln>
        </p:spPr>
        <p:txBody>
          <a:bodyPr anchorCtr="0" anchor="ctr" bIns="0" lIns="0" spcFirstLastPara="1" rIns="0" wrap="square" tIns="0">
            <a:normAutofit/>
          </a:bodyPr>
          <a:lstStyle>
            <a:lvl1pPr indent="-571500" lvl="0" marL="457200" algn="l">
              <a:lnSpc>
                <a:spcPct val="80000"/>
              </a:lnSpc>
              <a:spcBef>
                <a:spcPts val="1200"/>
              </a:spcBef>
              <a:spcAft>
                <a:spcPts val="0"/>
              </a:spcAft>
              <a:buClr>
                <a:schemeClr val="dk1"/>
              </a:buClr>
              <a:buSzPts val="5400"/>
              <a:buFont typeface="Arial"/>
              <a:buChar char="​"/>
              <a:defRPr b="1" sz="5400">
                <a:latin typeface="Montserrat"/>
                <a:ea typeface="Montserrat"/>
                <a:cs typeface="Montserrat"/>
                <a:sym typeface="Montserrat"/>
              </a:defRPr>
            </a:lvl1pPr>
            <a:lvl2pPr indent="-406400" lvl="1" marL="914400" algn="l">
              <a:lnSpc>
                <a:spcPct val="83000"/>
              </a:lnSpc>
              <a:spcBef>
                <a:spcPts val="300"/>
              </a:spcBef>
              <a:spcAft>
                <a:spcPts val="0"/>
              </a:spcAft>
              <a:buSzPts val="2800"/>
              <a:buFont typeface="Arial"/>
              <a:buChar char="​"/>
              <a:defRPr sz="2800">
                <a:solidFill>
                  <a:schemeClr val="accent1"/>
                </a:solidFill>
                <a:latin typeface="Montserrat"/>
                <a:ea typeface="Montserrat"/>
                <a:cs typeface="Montserrat"/>
                <a:sym typeface="Montserrat"/>
              </a:defRPr>
            </a:lvl2pPr>
            <a:lvl3pPr indent="-342900" lvl="2" marL="1371600" algn="l">
              <a:lnSpc>
                <a:spcPct val="120000"/>
              </a:lnSpc>
              <a:spcBef>
                <a:spcPts val="3000"/>
              </a:spcBef>
              <a:spcAft>
                <a:spcPts val="0"/>
              </a:spcAft>
              <a:buClr>
                <a:schemeClr val="dk1"/>
              </a:buClr>
              <a:buSzPts val="1800"/>
              <a:buFont typeface="Arial"/>
              <a:buChar char="​"/>
              <a:defRPr sz="1800">
                <a:solidFill>
                  <a:schemeClr val="dk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accent1"/>
              </a:buClr>
              <a:buSzPts val="1400"/>
              <a:buFont typeface="Arial"/>
              <a:buChar char="•"/>
              <a:defRPr b="0" sz="1400">
                <a:solidFill>
                  <a:schemeClr val="dk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dk1"/>
              </a:buClr>
              <a:buSzPts val="2000"/>
              <a:buFont typeface="Arial"/>
              <a:buChar char="​"/>
              <a:defRPr b="1" sz="2000">
                <a:solidFill>
                  <a:schemeClr val="dk1"/>
                </a:solidFill>
                <a:latin typeface="Montserrat"/>
                <a:ea typeface="Montserrat"/>
                <a:cs typeface="Montserrat"/>
                <a:sym typeface="Montserrat"/>
              </a:defRPr>
            </a:lvl6pPr>
            <a:lvl7pPr indent="-317500" lvl="6" marL="3200400" algn="l">
              <a:lnSpc>
                <a:spcPct val="90000"/>
              </a:lnSpc>
              <a:spcBef>
                <a:spcPts val="0"/>
              </a:spcBef>
              <a:spcAft>
                <a:spcPts val="0"/>
              </a:spcAft>
              <a:buSzPts val="1400"/>
              <a:buFont typeface="Arial"/>
              <a:buChar char="​"/>
              <a:defRPr sz="1400">
                <a:solidFill>
                  <a:schemeClr val="accen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dk1"/>
              </a:buClr>
              <a:buSzPts val="1400"/>
              <a:buFont typeface="Arial"/>
              <a:buChar char="​"/>
              <a:defRPr sz="1400">
                <a:solidFill>
                  <a:schemeClr val="dk1"/>
                </a:solidFill>
                <a:latin typeface="Montserrat"/>
                <a:ea typeface="Montserrat"/>
                <a:cs typeface="Montserrat"/>
                <a:sym typeface="Montserrat"/>
              </a:defRPr>
            </a:lvl8pPr>
            <a:lvl9pPr indent="-304800" lvl="8" marL="4114800" algn="l">
              <a:lnSpc>
                <a:spcPct val="80000"/>
              </a:lnSpc>
              <a:spcBef>
                <a:spcPts val="600"/>
              </a:spcBef>
              <a:spcAft>
                <a:spcPts val="0"/>
              </a:spcAft>
              <a:buClr>
                <a:schemeClr val="accent1"/>
              </a:buClr>
              <a:buSzPts val="1200"/>
              <a:buFont typeface="Arial"/>
              <a:buChar char="•"/>
              <a:defRPr b="0" sz="1200">
                <a:solidFill>
                  <a:schemeClr val="dk1"/>
                </a:solidFill>
                <a:latin typeface="Montserrat"/>
                <a:ea typeface="Montserrat"/>
                <a:cs typeface="Montserrat"/>
                <a:sym typeface="Montserrat"/>
              </a:defRPr>
            </a:lvl9pPr>
          </a:lstStyle>
          <a:p/>
        </p:txBody>
      </p:sp>
      <p:grpSp>
        <p:nvGrpSpPr>
          <p:cNvPr id="139" name="Google Shape;139;p14"/>
          <p:cNvGrpSpPr/>
          <p:nvPr/>
        </p:nvGrpSpPr>
        <p:grpSpPr>
          <a:xfrm>
            <a:off x="274638" y="6348413"/>
            <a:ext cx="939139" cy="235263"/>
            <a:chOff x="10573833" y="4992967"/>
            <a:chExt cx="923543" cy="231356"/>
          </a:xfrm>
        </p:grpSpPr>
        <p:sp>
          <p:nvSpPr>
            <p:cNvPr id="140" name="Google Shape;140;p14"/>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141" name="Google Shape;141;p14"/>
            <p:cNvGrpSpPr/>
            <p:nvPr/>
          </p:nvGrpSpPr>
          <p:grpSpPr>
            <a:xfrm>
              <a:off x="10573833" y="4992967"/>
              <a:ext cx="878511" cy="231356"/>
              <a:chOff x="10573833" y="4992967"/>
              <a:chExt cx="878511" cy="231356"/>
            </a:xfrm>
          </p:grpSpPr>
          <p:grpSp>
            <p:nvGrpSpPr>
              <p:cNvPr id="142" name="Google Shape;142;p14"/>
              <p:cNvGrpSpPr/>
              <p:nvPr/>
            </p:nvGrpSpPr>
            <p:grpSpPr>
              <a:xfrm>
                <a:off x="10573833" y="4992967"/>
                <a:ext cx="675627" cy="231356"/>
                <a:chOff x="10573833" y="4992967"/>
                <a:chExt cx="675627" cy="231356"/>
              </a:xfrm>
            </p:grpSpPr>
            <p:sp>
              <p:nvSpPr>
                <p:cNvPr id="143" name="Google Shape;143;p14"/>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44" name="Google Shape;144;p14"/>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45" name="Google Shape;145;p14"/>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46" name="Google Shape;146;p14"/>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47" name="Google Shape;147;p14"/>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48" name="Google Shape;148;p14"/>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149" name="Google Shape;149;p14"/>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150" name="Google Shape;150;p14"/>
          <p:cNvSpPr/>
          <p:nvPr/>
        </p:nvSpPr>
        <p:spPr>
          <a:xfrm>
            <a:off x="274638" y="401595"/>
            <a:ext cx="5546725" cy="38104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51" name="Google Shape;151;p14"/>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a:t>
            </a:r>
            <a:r>
              <a:rPr lang="en-US" sz="600">
                <a:solidFill>
                  <a:srgbClr val="808080"/>
                </a:solidFill>
                <a:latin typeface="Montserrat"/>
                <a:ea typeface="Montserrat"/>
                <a:cs typeface="Montserrat"/>
                <a:sym typeface="Montserrat"/>
              </a:rPr>
              <a:t> Musarubra US LLC. |  All Rights Reserved - Trellix Confidential </a:t>
            </a:r>
            <a:endParaRPr sz="600">
              <a:solidFill>
                <a:schemeClr val="dk1"/>
              </a:solidFill>
              <a:latin typeface="Montserrat"/>
              <a:ea typeface="Montserrat"/>
              <a:cs typeface="Montserrat"/>
              <a:sym typeface="Montserrat"/>
            </a:endParaRPr>
          </a:p>
        </p:txBody>
      </p:sp>
      <p:sp>
        <p:nvSpPr>
          <p:cNvPr id="152" name="Google Shape;152;p14"/>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hart and Content Left_Gradient" showMasterSp="0">
  <p:cSld name="17_Chart and Content Left_Gradient">
    <p:spTree>
      <p:nvGrpSpPr>
        <p:cNvPr id="153" name="Shape 153"/>
        <p:cNvGrpSpPr/>
        <p:nvPr/>
      </p:nvGrpSpPr>
      <p:grpSpPr>
        <a:xfrm>
          <a:off x="0" y="0"/>
          <a:ext cx="0" cy="0"/>
          <a:chOff x="0" y="0"/>
          <a:chExt cx="0" cy="0"/>
        </a:xfrm>
      </p:grpSpPr>
      <p:sp>
        <p:nvSpPr>
          <p:cNvPr id="154" name="Google Shape;154;p15"/>
          <p:cNvSpPr/>
          <p:nvPr/>
        </p:nvSpPr>
        <p:spPr>
          <a:xfrm>
            <a:off x="0" y="0"/>
            <a:ext cx="12192000" cy="6858000"/>
          </a:xfrm>
          <a:custGeom>
            <a:rect b="b" l="l" r="r" t="t"/>
            <a:pathLst>
              <a:path extrusionOk="0" h="6858000" w="12192000">
                <a:moveTo>
                  <a:pt x="0" y="0"/>
                </a:moveTo>
                <a:lnTo>
                  <a:pt x="6362699" y="0"/>
                </a:lnTo>
                <a:lnTo>
                  <a:pt x="6362699" y="6075363"/>
                </a:lnTo>
                <a:lnTo>
                  <a:pt x="6645276" y="6075363"/>
                </a:lnTo>
                <a:lnTo>
                  <a:pt x="10920355" y="6075363"/>
                </a:lnTo>
                <a:lnTo>
                  <a:pt x="11194993" y="6075363"/>
                </a:lnTo>
                <a:lnTo>
                  <a:pt x="11917363" y="5151965"/>
                </a:lnTo>
                <a:lnTo>
                  <a:pt x="11917363" y="0"/>
                </a:ln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55" name="Google Shape;155;p15"/>
          <p:cNvSpPr/>
          <p:nvPr>
            <p:ph idx="2" type="chart"/>
          </p:nvPr>
        </p:nvSpPr>
        <p:spPr>
          <a:xfrm>
            <a:off x="6904037" y="1722221"/>
            <a:ext cx="4471988" cy="3429744"/>
          </a:xfrm>
          <a:prstGeom prst="rect">
            <a:avLst/>
          </a:prstGeom>
          <a:noFill/>
          <a:ln>
            <a:noFill/>
          </a:ln>
        </p:spPr>
        <p:txBody>
          <a:bodyPr anchorCtr="0" anchor="t" bIns="0" lIns="0" spcFirstLastPara="1" rIns="0" wrap="square" tIns="0">
            <a:noAutofit/>
          </a:bodyPr>
          <a:lstStyle>
            <a:lvl1pPr lvl="0" marR="0" rtl="0" algn="ctr">
              <a:lnSpc>
                <a:spcPct val="95000"/>
              </a:lnSpc>
              <a:spcBef>
                <a:spcPts val="1200"/>
              </a:spcBef>
              <a:spcAft>
                <a:spcPts val="0"/>
              </a:spcAft>
              <a:buClr>
                <a:schemeClr val="lt1"/>
              </a:buClr>
              <a:buSzPts val="2200"/>
              <a:buFont typeface="Arial"/>
              <a:buChar char="​"/>
              <a:defRPr b="0" i="0" sz="2200" u="none" cap="none" strike="noStrike">
                <a:solidFill>
                  <a:schemeClr val="lt1"/>
                </a:solidFill>
                <a:latin typeface="Montserrat"/>
                <a:ea typeface="Montserrat"/>
                <a:cs typeface="Montserrat"/>
                <a:sym typeface="Montserrat"/>
              </a:defRPr>
            </a:lvl1pPr>
            <a:lvl2pPr lvl="1" marR="0" rtl="0" algn="l">
              <a:lnSpc>
                <a:spcPct val="90000"/>
              </a:lnSpc>
              <a:spcBef>
                <a:spcPts val="400"/>
              </a:spcBef>
              <a:spcAft>
                <a:spcPts val="0"/>
              </a:spcAft>
              <a:buClr>
                <a:schemeClr val="accent1"/>
              </a:buClr>
              <a:buSzPts val="1800"/>
              <a:buFont typeface="Arial"/>
              <a:buChar char="•"/>
              <a:defRPr b="0" i="0" sz="1800" u="none" cap="none" strike="noStrike">
                <a:solidFill>
                  <a:schemeClr val="dk1"/>
                </a:solidFill>
                <a:latin typeface="Montserrat"/>
                <a:ea typeface="Montserrat"/>
                <a:cs typeface="Montserrat"/>
                <a:sym typeface="Montserrat"/>
              </a:defRPr>
            </a:lvl2pPr>
            <a:lvl3pPr lvl="2" marR="0" rtl="0" algn="l">
              <a:lnSpc>
                <a:spcPct val="85000"/>
              </a:lnSpc>
              <a:spcBef>
                <a:spcPts val="4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3pPr>
            <a:lvl4pPr lvl="3" marR="0" rtl="0" algn="l">
              <a:lnSpc>
                <a:spcPct val="90000"/>
              </a:lnSpc>
              <a:spcBef>
                <a:spcPts val="1200"/>
              </a:spcBef>
              <a:spcAft>
                <a:spcPts val="0"/>
              </a:spcAft>
              <a:buClr>
                <a:schemeClr val="dk1"/>
              </a:buClr>
              <a:buSzPts val="2000"/>
              <a:buFont typeface="Arial"/>
              <a:buChar char="​"/>
              <a:defRPr b="1" i="0" sz="2000" u="none" cap="none" strike="noStrike">
                <a:solidFill>
                  <a:schemeClr val="dk1"/>
                </a:solidFill>
                <a:latin typeface="Montserrat"/>
                <a:ea typeface="Montserrat"/>
                <a:cs typeface="Montserrat"/>
                <a:sym typeface="Montserrat"/>
              </a:defRPr>
            </a:lvl4pPr>
            <a:lvl5pPr lvl="4" marR="0" rtl="0" algn="l">
              <a:lnSpc>
                <a:spcPct val="90000"/>
              </a:lnSpc>
              <a:spcBef>
                <a:spcPts val="0"/>
              </a:spcBef>
              <a:spcAft>
                <a:spcPts val="0"/>
              </a:spcAft>
              <a:buClr>
                <a:schemeClr val="accent1"/>
              </a:buClr>
              <a:buSzPts val="1400"/>
              <a:buFont typeface="Arial"/>
              <a:buChar char="​"/>
              <a:defRPr b="0" i="0" sz="1400" u="none" cap="none" strike="noStrike">
                <a:solidFill>
                  <a:schemeClr val="accent1"/>
                </a:solidFill>
                <a:latin typeface="Montserrat"/>
                <a:ea typeface="Montserrat"/>
                <a:cs typeface="Montserrat"/>
                <a:sym typeface="Montserrat"/>
              </a:defRPr>
            </a:lvl5pPr>
            <a:lvl6pPr lvl="5" marR="0" rtl="0" algn="l">
              <a:lnSpc>
                <a:spcPct val="120000"/>
              </a:lnSpc>
              <a:spcBef>
                <a:spcPts val="8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6pPr>
            <a:lvl7pPr lvl="6" marR="0" rtl="0" algn="l">
              <a:lnSpc>
                <a:spcPct val="85000"/>
              </a:lnSpc>
              <a:spcBef>
                <a:spcPts val="600"/>
              </a:spcBef>
              <a:spcAft>
                <a:spcPts val="0"/>
              </a:spcAft>
              <a:buClr>
                <a:schemeClr val="accent1"/>
              </a:buClr>
              <a:buSzPts val="1200"/>
              <a:buFont typeface="Arial"/>
              <a:buChar char="•"/>
              <a:defRPr b="0" i="0" sz="1200" u="none" cap="none" strike="noStrike">
                <a:solidFill>
                  <a:schemeClr val="dk1"/>
                </a:solidFill>
                <a:latin typeface="Montserrat"/>
                <a:ea typeface="Montserrat"/>
                <a:cs typeface="Montserrat"/>
                <a:sym typeface="Montserrat"/>
              </a:defRPr>
            </a:lvl7pPr>
            <a:lvl8pPr lvl="7" marR="0" rtl="0" algn="l">
              <a:lnSpc>
                <a:spcPct val="100000"/>
              </a:lnSpc>
              <a:spcBef>
                <a:spcPts val="1200"/>
              </a:spcBef>
              <a:spcAft>
                <a:spcPts val="0"/>
              </a:spcAft>
              <a:buClr>
                <a:schemeClr val="dk1"/>
              </a:buClr>
              <a:buSzPts val="2200"/>
              <a:buFont typeface="Arial"/>
              <a:buChar char="“"/>
              <a:defRPr b="0" i="0" sz="2200" u="none" cap="none" strike="noStrike">
                <a:solidFill>
                  <a:schemeClr val="dk1"/>
                </a:solidFill>
                <a:latin typeface="Montserrat"/>
                <a:ea typeface="Montserrat"/>
                <a:cs typeface="Montserrat"/>
                <a:sym typeface="Montserrat"/>
              </a:defRPr>
            </a:lvl8pPr>
            <a:lvl9pPr lvl="8" marR="0" rtl="0" algn="l">
              <a:lnSpc>
                <a:spcPct val="85000"/>
              </a:lnSpc>
              <a:spcBef>
                <a:spcPts val="600"/>
              </a:spcBef>
              <a:spcAft>
                <a:spcPts val="1200"/>
              </a:spcAft>
              <a:buClr>
                <a:schemeClr val="accent1"/>
              </a:buClr>
              <a:buSzPts val="1400"/>
              <a:buFont typeface="Arial"/>
              <a:buChar char="•"/>
              <a:defRPr b="1" i="0" sz="1400" u="none" cap="none" strike="noStrike">
                <a:solidFill>
                  <a:schemeClr val="dk1"/>
                </a:solidFill>
                <a:latin typeface="Montserrat"/>
                <a:ea typeface="Montserrat"/>
                <a:cs typeface="Montserrat"/>
                <a:sym typeface="Montserrat"/>
              </a:defRPr>
            </a:lvl9pPr>
          </a:lstStyle>
          <a:p/>
        </p:txBody>
      </p:sp>
      <p:sp>
        <p:nvSpPr>
          <p:cNvPr id="156" name="Google Shape;156;p15"/>
          <p:cNvSpPr txBox="1"/>
          <p:nvPr>
            <p:ph idx="1" type="body"/>
          </p:nvPr>
        </p:nvSpPr>
        <p:spPr>
          <a:xfrm>
            <a:off x="6904037" y="812800"/>
            <a:ext cx="4471988" cy="561949"/>
          </a:xfrm>
          <a:prstGeom prst="rect">
            <a:avLst/>
          </a:prstGeom>
          <a:noFill/>
          <a:ln>
            <a:noFill/>
          </a:ln>
        </p:spPr>
        <p:txBody>
          <a:bodyPr anchorCtr="0" anchor="t" bIns="0" lIns="0" spcFirstLastPara="1" rIns="0" wrap="square" tIns="0">
            <a:spAutoFit/>
          </a:bodyPr>
          <a:lstStyle>
            <a:lvl1pPr indent="-228600" lvl="0" marL="457200" algn="ctr">
              <a:lnSpc>
                <a:spcPct val="83000"/>
              </a:lnSpc>
              <a:spcBef>
                <a:spcPts val="0"/>
              </a:spcBef>
              <a:spcAft>
                <a:spcPts val="0"/>
              </a:spcAft>
              <a:buClr>
                <a:schemeClr val="lt1"/>
              </a:buClr>
              <a:buSzPts val="2200"/>
              <a:buNone/>
              <a:defRPr b="1" sz="2200">
                <a:solidFill>
                  <a:schemeClr val="lt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157" name="Google Shape;157;p15"/>
          <p:cNvSpPr txBox="1"/>
          <p:nvPr>
            <p:ph idx="3" type="body"/>
          </p:nvPr>
        </p:nvSpPr>
        <p:spPr>
          <a:xfrm>
            <a:off x="549276" y="782638"/>
            <a:ext cx="5272087" cy="5292726"/>
          </a:xfrm>
          <a:prstGeom prst="rect">
            <a:avLst/>
          </a:prstGeom>
          <a:noFill/>
          <a:ln>
            <a:noFill/>
          </a:ln>
        </p:spPr>
        <p:txBody>
          <a:bodyPr anchorCtr="0" anchor="ctr" bIns="0" lIns="0" spcFirstLastPara="1" rIns="0" wrap="square" tIns="0">
            <a:normAutofit/>
          </a:bodyPr>
          <a:lstStyle>
            <a:lvl1pPr indent="-571500" lvl="0" marL="457200" algn="l">
              <a:lnSpc>
                <a:spcPct val="80000"/>
              </a:lnSpc>
              <a:spcBef>
                <a:spcPts val="1200"/>
              </a:spcBef>
              <a:spcAft>
                <a:spcPts val="0"/>
              </a:spcAft>
              <a:buClr>
                <a:schemeClr val="dk1"/>
              </a:buClr>
              <a:buSzPts val="5400"/>
              <a:buFont typeface="Arial"/>
              <a:buChar char="​"/>
              <a:defRPr b="1" sz="5400">
                <a:latin typeface="Montserrat"/>
                <a:ea typeface="Montserrat"/>
                <a:cs typeface="Montserrat"/>
                <a:sym typeface="Montserrat"/>
              </a:defRPr>
            </a:lvl1pPr>
            <a:lvl2pPr indent="-406400" lvl="1" marL="914400" algn="l">
              <a:lnSpc>
                <a:spcPct val="83000"/>
              </a:lnSpc>
              <a:spcBef>
                <a:spcPts val="300"/>
              </a:spcBef>
              <a:spcAft>
                <a:spcPts val="0"/>
              </a:spcAft>
              <a:buSzPts val="2800"/>
              <a:buFont typeface="Arial"/>
              <a:buChar char="​"/>
              <a:defRPr sz="2800">
                <a:solidFill>
                  <a:schemeClr val="accent1"/>
                </a:solidFill>
                <a:latin typeface="Montserrat Medium"/>
                <a:ea typeface="Montserrat Medium"/>
                <a:cs typeface="Montserrat Medium"/>
                <a:sym typeface="Montserrat Medium"/>
              </a:defRPr>
            </a:lvl2pPr>
            <a:lvl3pPr indent="-342900" lvl="2" marL="1371600" algn="l">
              <a:lnSpc>
                <a:spcPct val="120000"/>
              </a:lnSpc>
              <a:spcBef>
                <a:spcPts val="3000"/>
              </a:spcBef>
              <a:spcAft>
                <a:spcPts val="0"/>
              </a:spcAft>
              <a:buClr>
                <a:schemeClr val="dk1"/>
              </a:buClr>
              <a:buSzPts val="1800"/>
              <a:buFont typeface="Arial"/>
              <a:buChar char="​"/>
              <a:defRPr sz="1800">
                <a:solidFill>
                  <a:schemeClr val="dk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accent1"/>
              </a:buClr>
              <a:buSzPts val="1400"/>
              <a:buFont typeface="Arial"/>
              <a:buChar char="•"/>
              <a:defRPr b="0" sz="1400">
                <a:solidFill>
                  <a:schemeClr val="dk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dk1"/>
              </a:buClr>
              <a:buSzPts val="2000"/>
              <a:buFont typeface="Arial"/>
              <a:buChar char="​"/>
              <a:defRPr b="1" sz="2000">
                <a:solidFill>
                  <a:schemeClr val="dk1"/>
                </a:solidFill>
                <a:latin typeface="Montserrat"/>
                <a:ea typeface="Montserrat"/>
                <a:cs typeface="Montserrat"/>
                <a:sym typeface="Montserrat"/>
              </a:defRPr>
            </a:lvl6pPr>
            <a:lvl7pPr indent="-317500" lvl="6" marL="3200400" algn="l">
              <a:lnSpc>
                <a:spcPct val="90000"/>
              </a:lnSpc>
              <a:spcBef>
                <a:spcPts val="0"/>
              </a:spcBef>
              <a:spcAft>
                <a:spcPts val="0"/>
              </a:spcAft>
              <a:buSzPts val="1400"/>
              <a:buFont typeface="Arial"/>
              <a:buChar char="​"/>
              <a:defRPr sz="1400">
                <a:solidFill>
                  <a:schemeClr val="accen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dk1"/>
              </a:buClr>
              <a:buSzPts val="1400"/>
              <a:buFont typeface="Arial"/>
              <a:buChar char="​"/>
              <a:defRPr sz="1400">
                <a:solidFill>
                  <a:schemeClr val="dk1"/>
                </a:solidFill>
                <a:latin typeface="Montserrat"/>
                <a:ea typeface="Montserrat"/>
                <a:cs typeface="Montserrat"/>
                <a:sym typeface="Montserrat"/>
              </a:defRPr>
            </a:lvl8pPr>
            <a:lvl9pPr indent="-304800" lvl="8" marL="4114800" algn="l">
              <a:lnSpc>
                <a:spcPct val="80000"/>
              </a:lnSpc>
              <a:spcBef>
                <a:spcPts val="600"/>
              </a:spcBef>
              <a:spcAft>
                <a:spcPts val="0"/>
              </a:spcAft>
              <a:buClr>
                <a:schemeClr val="accent1"/>
              </a:buClr>
              <a:buSzPts val="1200"/>
              <a:buFont typeface="Arial"/>
              <a:buChar char="•"/>
              <a:defRPr b="0" sz="1200">
                <a:solidFill>
                  <a:schemeClr val="dk1"/>
                </a:solidFill>
                <a:latin typeface="Montserrat"/>
                <a:ea typeface="Montserrat"/>
                <a:cs typeface="Montserrat"/>
                <a:sym typeface="Montserrat"/>
              </a:defRPr>
            </a:lvl9pPr>
          </a:lstStyle>
          <a:p/>
        </p:txBody>
      </p:sp>
      <p:grpSp>
        <p:nvGrpSpPr>
          <p:cNvPr id="158" name="Google Shape;158;p15"/>
          <p:cNvGrpSpPr/>
          <p:nvPr/>
        </p:nvGrpSpPr>
        <p:grpSpPr>
          <a:xfrm>
            <a:off x="274638" y="6348413"/>
            <a:ext cx="939139" cy="235263"/>
            <a:chOff x="10573833" y="4992967"/>
            <a:chExt cx="923543" cy="231356"/>
          </a:xfrm>
        </p:grpSpPr>
        <p:sp>
          <p:nvSpPr>
            <p:cNvPr id="159" name="Google Shape;159;p15"/>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160" name="Google Shape;160;p15"/>
            <p:cNvGrpSpPr/>
            <p:nvPr/>
          </p:nvGrpSpPr>
          <p:grpSpPr>
            <a:xfrm>
              <a:off x="10573833" y="4992967"/>
              <a:ext cx="878511" cy="231356"/>
              <a:chOff x="10573833" y="4992967"/>
              <a:chExt cx="878511" cy="231356"/>
            </a:xfrm>
          </p:grpSpPr>
          <p:grpSp>
            <p:nvGrpSpPr>
              <p:cNvPr id="161" name="Google Shape;161;p15"/>
              <p:cNvGrpSpPr/>
              <p:nvPr/>
            </p:nvGrpSpPr>
            <p:grpSpPr>
              <a:xfrm>
                <a:off x="10573833" y="4992967"/>
                <a:ext cx="675627" cy="231356"/>
                <a:chOff x="10573833" y="4992967"/>
                <a:chExt cx="675627" cy="231356"/>
              </a:xfrm>
            </p:grpSpPr>
            <p:sp>
              <p:nvSpPr>
                <p:cNvPr id="162" name="Google Shape;162;p15"/>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63" name="Google Shape;163;p15"/>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64" name="Google Shape;164;p15"/>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65" name="Google Shape;165;p15"/>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66" name="Google Shape;166;p15"/>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67" name="Google Shape;167;p15"/>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168" name="Google Shape;168;p15"/>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169" name="Google Shape;169;p15"/>
          <p:cNvSpPr/>
          <p:nvPr/>
        </p:nvSpPr>
        <p:spPr>
          <a:xfrm>
            <a:off x="6362700" y="166816"/>
            <a:ext cx="5554663" cy="56194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70" name="Google Shape;170;p15"/>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171" name="Google Shape;171;p15"/>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hart and Content Right_Light Mode" showMasterSp="0">
  <p:cSld name="18_Chart and Content Right_Light Mode">
    <p:bg>
      <p:bgPr>
        <a:solidFill>
          <a:schemeClr val="lt1"/>
        </a:solidFill>
      </p:bgPr>
    </p:bg>
    <p:spTree>
      <p:nvGrpSpPr>
        <p:cNvPr id="172" name="Shape 172"/>
        <p:cNvGrpSpPr/>
        <p:nvPr/>
      </p:nvGrpSpPr>
      <p:grpSpPr>
        <a:xfrm>
          <a:off x="0" y="0"/>
          <a:ext cx="0" cy="0"/>
          <a:chOff x="0" y="0"/>
          <a:chExt cx="0" cy="0"/>
        </a:xfrm>
      </p:grpSpPr>
      <p:sp>
        <p:nvSpPr>
          <p:cNvPr id="173" name="Google Shape;173;p16"/>
          <p:cNvSpPr txBox="1"/>
          <p:nvPr>
            <p:ph idx="1" type="body"/>
          </p:nvPr>
        </p:nvSpPr>
        <p:spPr>
          <a:xfrm>
            <a:off x="6370639" y="782637"/>
            <a:ext cx="5272086" cy="5292726"/>
          </a:xfrm>
          <a:prstGeom prst="rect">
            <a:avLst/>
          </a:prstGeom>
          <a:noFill/>
          <a:ln>
            <a:noFill/>
          </a:ln>
        </p:spPr>
        <p:txBody>
          <a:bodyPr anchorCtr="0" anchor="ctr" bIns="0" lIns="0" spcFirstLastPara="1" rIns="0" wrap="square" tIns="0">
            <a:normAutofit/>
          </a:bodyPr>
          <a:lstStyle>
            <a:lvl1pPr indent="-571500" lvl="0" marL="457200" algn="l">
              <a:lnSpc>
                <a:spcPct val="80000"/>
              </a:lnSpc>
              <a:spcBef>
                <a:spcPts val="1200"/>
              </a:spcBef>
              <a:spcAft>
                <a:spcPts val="0"/>
              </a:spcAft>
              <a:buClr>
                <a:schemeClr val="dk1"/>
              </a:buClr>
              <a:buSzPts val="5400"/>
              <a:buFont typeface="Arial"/>
              <a:buChar char="​"/>
              <a:defRPr b="1" sz="5400">
                <a:latin typeface="Montserrat"/>
                <a:ea typeface="Montserrat"/>
                <a:cs typeface="Montserrat"/>
                <a:sym typeface="Montserrat"/>
              </a:defRPr>
            </a:lvl1pPr>
            <a:lvl2pPr indent="-406400" lvl="1" marL="914400" algn="l">
              <a:lnSpc>
                <a:spcPct val="83000"/>
              </a:lnSpc>
              <a:spcBef>
                <a:spcPts val="300"/>
              </a:spcBef>
              <a:spcAft>
                <a:spcPts val="0"/>
              </a:spcAft>
              <a:buSzPts val="2800"/>
              <a:buFont typeface="Arial"/>
              <a:buChar char="​"/>
              <a:defRPr sz="2800">
                <a:solidFill>
                  <a:schemeClr val="accent1"/>
                </a:solidFill>
                <a:latin typeface="Montserrat Medium"/>
                <a:ea typeface="Montserrat Medium"/>
                <a:cs typeface="Montserrat Medium"/>
                <a:sym typeface="Montserrat Medium"/>
              </a:defRPr>
            </a:lvl2pPr>
            <a:lvl3pPr indent="-342900" lvl="2" marL="1371600" algn="l">
              <a:lnSpc>
                <a:spcPct val="120000"/>
              </a:lnSpc>
              <a:spcBef>
                <a:spcPts val="3000"/>
              </a:spcBef>
              <a:spcAft>
                <a:spcPts val="0"/>
              </a:spcAft>
              <a:buClr>
                <a:schemeClr val="dk1"/>
              </a:buClr>
              <a:buSzPts val="1800"/>
              <a:buFont typeface="Arial"/>
              <a:buChar char="​"/>
              <a:defRPr sz="1800">
                <a:solidFill>
                  <a:schemeClr val="dk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accent1"/>
              </a:buClr>
              <a:buSzPts val="1400"/>
              <a:buFont typeface="Arial"/>
              <a:buChar char="•"/>
              <a:defRPr b="0" sz="1400">
                <a:solidFill>
                  <a:schemeClr val="dk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dk1"/>
              </a:buClr>
              <a:buSzPts val="2000"/>
              <a:buFont typeface="Arial"/>
              <a:buChar char="​"/>
              <a:defRPr b="1" sz="2000">
                <a:solidFill>
                  <a:schemeClr val="dk1"/>
                </a:solidFill>
                <a:latin typeface="Montserrat"/>
                <a:ea typeface="Montserrat"/>
                <a:cs typeface="Montserrat"/>
                <a:sym typeface="Montserrat"/>
              </a:defRPr>
            </a:lvl6pPr>
            <a:lvl7pPr indent="-317500" lvl="6" marL="3200400" algn="l">
              <a:lnSpc>
                <a:spcPct val="90000"/>
              </a:lnSpc>
              <a:spcBef>
                <a:spcPts val="0"/>
              </a:spcBef>
              <a:spcAft>
                <a:spcPts val="0"/>
              </a:spcAft>
              <a:buSzPts val="1400"/>
              <a:buFont typeface="Arial"/>
              <a:buChar char="​"/>
              <a:defRPr sz="1400">
                <a:solidFill>
                  <a:schemeClr val="accen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dk1"/>
              </a:buClr>
              <a:buSzPts val="1400"/>
              <a:buFont typeface="Arial"/>
              <a:buChar char="​"/>
              <a:defRPr sz="1400">
                <a:solidFill>
                  <a:schemeClr val="dk1"/>
                </a:solidFill>
                <a:latin typeface="Montserrat"/>
                <a:ea typeface="Montserrat"/>
                <a:cs typeface="Montserrat"/>
                <a:sym typeface="Montserrat"/>
              </a:defRPr>
            </a:lvl8pPr>
            <a:lvl9pPr indent="-304800" lvl="8" marL="4114800" algn="l">
              <a:lnSpc>
                <a:spcPct val="80000"/>
              </a:lnSpc>
              <a:spcBef>
                <a:spcPts val="600"/>
              </a:spcBef>
              <a:spcAft>
                <a:spcPts val="0"/>
              </a:spcAft>
              <a:buClr>
                <a:schemeClr val="accent1"/>
              </a:buClr>
              <a:buSzPts val="1200"/>
              <a:buFont typeface="Arial"/>
              <a:buChar char="•"/>
              <a:defRPr b="0" sz="1200">
                <a:solidFill>
                  <a:schemeClr val="dk1"/>
                </a:solidFill>
                <a:latin typeface="Montserrat"/>
                <a:ea typeface="Montserrat"/>
                <a:cs typeface="Montserrat"/>
                <a:sym typeface="Montserrat"/>
              </a:defRPr>
            </a:lvl9pPr>
          </a:lstStyle>
          <a:p/>
        </p:txBody>
      </p:sp>
      <p:grpSp>
        <p:nvGrpSpPr>
          <p:cNvPr id="174" name="Google Shape;174;p16"/>
          <p:cNvGrpSpPr/>
          <p:nvPr/>
        </p:nvGrpSpPr>
        <p:grpSpPr>
          <a:xfrm>
            <a:off x="274638" y="6348413"/>
            <a:ext cx="939139" cy="235263"/>
            <a:chOff x="10573833" y="4992967"/>
            <a:chExt cx="923543" cy="231356"/>
          </a:xfrm>
        </p:grpSpPr>
        <p:sp>
          <p:nvSpPr>
            <p:cNvPr id="175" name="Google Shape;175;p16"/>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176" name="Google Shape;176;p16"/>
            <p:cNvGrpSpPr/>
            <p:nvPr/>
          </p:nvGrpSpPr>
          <p:grpSpPr>
            <a:xfrm>
              <a:off x="10573833" y="4992967"/>
              <a:ext cx="878511" cy="231356"/>
              <a:chOff x="10573833" y="4992967"/>
              <a:chExt cx="878511" cy="231356"/>
            </a:xfrm>
          </p:grpSpPr>
          <p:grpSp>
            <p:nvGrpSpPr>
              <p:cNvPr id="177" name="Google Shape;177;p16"/>
              <p:cNvGrpSpPr/>
              <p:nvPr/>
            </p:nvGrpSpPr>
            <p:grpSpPr>
              <a:xfrm>
                <a:off x="10573833" y="4992967"/>
                <a:ext cx="675627" cy="231356"/>
                <a:chOff x="10573833" y="4992967"/>
                <a:chExt cx="675627" cy="231356"/>
              </a:xfrm>
            </p:grpSpPr>
            <p:sp>
              <p:nvSpPr>
                <p:cNvPr id="178" name="Google Shape;178;p16"/>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79" name="Google Shape;179;p16"/>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80" name="Google Shape;180;p16"/>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81" name="Google Shape;181;p16"/>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82" name="Google Shape;182;p16"/>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83" name="Google Shape;183;p16"/>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184" name="Google Shape;184;p16"/>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185" name="Google Shape;185;p16"/>
          <p:cNvSpPr/>
          <p:nvPr/>
        </p:nvSpPr>
        <p:spPr>
          <a:xfrm>
            <a:off x="274638" y="0"/>
            <a:ext cx="5545137" cy="6075363"/>
          </a:xfrm>
          <a:custGeom>
            <a:rect b="b" l="l" r="r" t="t"/>
            <a:pathLst>
              <a:path extrusionOk="0" h="6075363" w="5545137">
                <a:moveTo>
                  <a:pt x="0" y="0"/>
                </a:moveTo>
                <a:lnTo>
                  <a:pt x="273050" y="0"/>
                </a:lnTo>
                <a:lnTo>
                  <a:pt x="5272087" y="0"/>
                </a:lnTo>
                <a:lnTo>
                  <a:pt x="5545137" y="0"/>
                </a:lnTo>
                <a:lnTo>
                  <a:pt x="5545137" y="5151965"/>
                </a:lnTo>
                <a:lnTo>
                  <a:pt x="4822767" y="6075363"/>
                </a:lnTo>
                <a:lnTo>
                  <a:pt x="4549717" y="6075363"/>
                </a:lnTo>
                <a:lnTo>
                  <a:pt x="273050" y="6075363"/>
                </a:lnTo>
                <a:lnTo>
                  <a:pt x="0" y="6075363"/>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86" name="Google Shape;186;p16"/>
          <p:cNvSpPr/>
          <p:nvPr>
            <p:ph idx="2" type="chart"/>
          </p:nvPr>
        </p:nvSpPr>
        <p:spPr>
          <a:xfrm>
            <a:off x="816240" y="1722221"/>
            <a:ext cx="4457270" cy="3429744"/>
          </a:xfrm>
          <a:prstGeom prst="rect">
            <a:avLst/>
          </a:prstGeom>
          <a:noFill/>
          <a:ln>
            <a:noFill/>
          </a:ln>
        </p:spPr>
        <p:txBody>
          <a:bodyPr anchorCtr="0" anchor="t" bIns="0" lIns="0" spcFirstLastPara="1" rIns="0" wrap="square" tIns="0">
            <a:noAutofit/>
          </a:bodyPr>
          <a:lstStyle>
            <a:lvl1pPr lvl="0" marR="0" rtl="0" algn="ctr">
              <a:lnSpc>
                <a:spcPct val="95000"/>
              </a:lnSpc>
              <a:spcBef>
                <a:spcPts val="1200"/>
              </a:spcBef>
              <a:spcAft>
                <a:spcPts val="0"/>
              </a:spcAft>
              <a:buClr>
                <a:schemeClr val="dk1"/>
              </a:buClr>
              <a:buSzPts val="2200"/>
              <a:buFont typeface="Arial"/>
              <a:buChar char="​"/>
              <a:defRPr b="0" i="0" sz="2200" u="none" cap="none" strike="noStrike">
                <a:solidFill>
                  <a:schemeClr val="dk1"/>
                </a:solidFill>
                <a:latin typeface="Montserrat"/>
                <a:ea typeface="Montserrat"/>
                <a:cs typeface="Montserrat"/>
                <a:sym typeface="Montserrat"/>
              </a:defRPr>
            </a:lvl1pPr>
            <a:lvl2pPr lvl="1" marR="0" rtl="0" algn="l">
              <a:lnSpc>
                <a:spcPct val="90000"/>
              </a:lnSpc>
              <a:spcBef>
                <a:spcPts val="400"/>
              </a:spcBef>
              <a:spcAft>
                <a:spcPts val="0"/>
              </a:spcAft>
              <a:buClr>
                <a:schemeClr val="accent1"/>
              </a:buClr>
              <a:buSzPts val="1800"/>
              <a:buFont typeface="Arial"/>
              <a:buChar char="•"/>
              <a:defRPr b="0" i="0" sz="1800" u="none" cap="none" strike="noStrike">
                <a:solidFill>
                  <a:schemeClr val="dk1"/>
                </a:solidFill>
                <a:latin typeface="Montserrat"/>
                <a:ea typeface="Montserrat"/>
                <a:cs typeface="Montserrat"/>
                <a:sym typeface="Montserrat"/>
              </a:defRPr>
            </a:lvl2pPr>
            <a:lvl3pPr lvl="2" marR="0" rtl="0" algn="l">
              <a:lnSpc>
                <a:spcPct val="85000"/>
              </a:lnSpc>
              <a:spcBef>
                <a:spcPts val="4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3pPr>
            <a:lvl4pPr lvl="3" marR="0" rtl="0" algn="l">
              <a:lnSpc>
                <a:spcPct val="90000"/>
              </a:lnSpc>
              <a:spcBef>
                <a:spcPts val="1200"/>
              </a:spcBef>
              <a:spcAft>
                <a:spcPts val="0"/>
              </a:spcAft>
              <a:buClr>
                <a:schemeClr val="dk1"/>
              </a:buClr>
              <a:buSzPts val="2000"/>
              <a:buFont typeface="Arial"/>
              <a:buChar char="​"/>
              <a:defRPr b="1" i="0" sz="2000" u="none" cap="none" strike="noStrike">
                <a:solidFill>
                  <a:schemeClr val="dk1"/>
                </a:solidFill>
                <a:latin typeface="Montserrat"/>
                <a:ea typeface="Montserrat"/>
                <a:cs typeface="Montserrat"/>
                <a:sym typeface="Montserrat"/>
              </a:defRPr>
            </a:lvl4pPr>
            <a:lvl5pPr lvl="4" marR="0" rtl="0" algn="l">
              <a:lnSpc>
                <a:spcPct val="90000"/>
              </a:lnSpc>
              <a:spcBef>
                <a:spcPts val="0"/>
              </a:spcBef>
              <a:spcAft>
                <a:spcPts val="0"/>
              </a:spcAft>
              <a:buClr>
                <a:schemeClr val="accent1"/>
              </a:buClr>
              <a:buSzPts val="1400"/>
              <a:buFont typeface="Arial"/>
              <a:buChar char="​"/>
              <a:defRPr b="0" i="0" sz="1400" u="none" cap="none" strike="noStrike">
                <a:solidFill>
                  <a:schemeClr val="accent1"/>
                </a:solidFill>
                <a:latin typeface="Montserrat"/>
                <a:ea typeface="Montserrat"/>
                <a:cs typeface="Montserrat"/>
                <a:sym typeface="Montserrat"/>
              </a:defRPr>
            </a:lvl5pPr>
            <a:lvl6pPr lvl="5" marR="0" rtl="0" algn="l">
              <a:lnSpc>
                <a:spcPct val="120000"/>
              </a:lnSpc>
              <a:spcBef>
                <a:spcPts val="8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6pPr>
            <a:lvl7pPr lvl="6" marR="0" rtl="0" algn="l">
              <a:lnSpc>
                <a:spcPct val="85000"/>
              </a:lnSpc>
              <a:spcBef>
                <a:spcPts val="600"/>
              </a:spcBef>
              <a:spcAft>
                <a:spcPts val="0"/>
              </a:spcAft>
              <a:buClr>
                <a:schemeClr val="accent1"/>
              </a:buClr>
              <a:buSzPts val="1200"/>
              <a:buFont typeface="Arial"/>
              <a:buChar char="•"/>
              <a:defRPr b="0" i="0" sz="1200" u="none" cap="none" strike="noStrike">
                <a:solidFill>
                  <a:schemeClr val="dk1"/>
                </a:solidFill>
                <a:latin typeface="Montserrat"/>
                <a:ea typeface="Montserrat"/>
                <a:cs typeface="Montserrat"/>
                <a:sym typeface="Montserrat"/>
              </a:defRPr>
            </a:lvl7pPr>
            <a:lvl8pPr lvl="7" marR="0" rtl="0" algn="l">
              <a:lnSpc>
                <a:spcPct val="100000"/>
              </a:lnSpc>
              <a:spcBef>
                <a:spcPts val="1200"/>
              </a:spcBef>
              <a:spcAft>
                <a:spcPts val="0"/>
              </a:spcAft>
              <a:buClr>
                <a:schemeClr val="dk1"/>
              </a:buClr>
              <a:buSzPts val="2200"/>
              <a:buFont typeface="Arial"/>
              <a:buChar char="“"/>
              <a:defRPr b="0" i="0" sz="2200" u="none" cap="none" strike="noStrike">
                <a:solidFill>
                  <a:schemeClr val="dk1"/>
                </a:solidFill>
                <a:latin typeface="Montserrat"/>
                <a:ea typeface="Montserrat"/>
                <a:cs typeface="Montserrat"/>
                <a:sym typeface="Montserrat"/>
              </a:defRPr>
            </a:lvl8pPr>
            <a:lvl9pPr lvl="8" marR="0" rtl="0" algn="l">
              <a:lnSpc>
                <a:spcPct val="85000"/>
              </a:lnSpc>
              <a:spcBef>
                <a:spcPts val="600"/>
              </a:spcBef>
              <a:spcAft>
                <a:spcPts val="1200"/>
              </a:spcAft>
              <a:buClr>
                <a:schemeClr val="accent1"/>
              </a:buClr>
              <a:buSzPts val="1400"/>
              <a:buFont typeface="Arial"/>
              <a:buChar char="•"/>
              <a:defRPr b="1" i="0" sz="1400" u="none" cap="none" strike="noStrike">
                <a:solidFill>
                  <a:schemeClr val="dk1"/>
                </a:solidFill>
                <a:latin typeface="Montserrat"/>
                <a:ea typeface="Montserrat"/>
                <a:cs typeface="Montserrat"/>
                <a:sym typeface="Montserrat"/>
              </a:defRPr>
            </a:lvl9pPr>
          </a:lstStyle>
          <a:p/>
        </p:txBody>
      </p:sp>
      <p:sp>
        <p:nvSpPr>
          <p:cNvPr id="187" name="Google Shape;187;p16"/>
          <p:cNvSpPr txBox="1"/>
          <p:nvPr>
            <p:ph idx="3" type="body"/>
          </p:nvPr>
        </p:nvSpPr>
        <p:spPr>
          <a:xfrm>
            <a:off x="816240" y="812800"/>
            <a:ext cx="4457270" cy="561949"/>
          </a:xfrm>
          <a:prstGeom prst="rect">
            <a:avLst/>
          </a:prstGeom>
          <a:noFill/>
          <a:ln>
            <a:noFill/>
          </a:ln>
        </p:spPr>
        <p:txBody>
          <a:bodyPr anchorCtr="0" anchor="t" bIns="0" lIns="0" spcFirstLastPara="1" rIns="0" wrap="square" tIns="0">
            <a:spAutoFit/>
          </a:bodyPr>
          <a:lstStyle>
            <a:lvl1pPr indent="-228600" lvl="0" marL="457200" algn="ctr">
              <a:lnSpc>
                <a:spcPct val="83000"/>
              </a:lnSpc>
              <a:spcBef>
                <a:spcPts val="0"/>
              </a:spcBef>
              <a:spcAft>
                <a:spcPts val="0"/>
              </a:spcAft>
              <a:buClr>
                <a:schemeClr val="dk1"/>
              </a:buClr>
              <a:buSzPts val="2200"/>
              <a:buNone/>
              <a:defRPr b="1" sz="22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188" name="Google Shape;188;p16"/>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2025v</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189" name="Google Shape;189;p16"/>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hart and Content Left_Light Mode" showMasterSp="0">
  <p:cSld name="19_Chart and Content Left_Light Mode">
    <p:bg>
      <p:bgPr>
        <a:solidFill>
          <a:schemeClr val="lt1"/>
        </a:solidFill>
      </p:bgPr>
    </p:bg>
    <p:spTree>
      <p:nvGrpSpPr>
        <p:cNvPr id="190" name="Shape 190"/>
        <p:cNvGrpSpPr/>
        <p:nvPr/>
      </p:nvGrpSpPr>
      <p:grpSpPr>
        <a:xfrm>
          <a:off x="0" y="0"/>
          <a:ext cx="0" cy="0"/>
          <a:chOff x="0" y="0"/>
          <a:chExt cx="0" cy="0"/>
        </a:xfrm>
      </p:grpSpPr>
      <p:sp>
        <p:nvSpPr>
          <p:cNvPr id="191" name="Google Shape;191;p17"/>
          <p:cNvSpPr/>
          <p:nvPr/>
        </p:nvSpPr>
        <p:spPr>
          <a:xfrm>
            <a:off x="6370638" y="0"/>
            <a:ext cx="5546724" cy="6075363"/>
          </a:xfrm>
          <a:custGeom>
            <a:rect b="b" l="l" r="r" t="t"/>
            <a:pathLst>
              <a:path extrusionOk="0" h="6075363" w="5546724">
                <a:moveTo>
                  <a:pt x="0" y="0"/>
                </a:moveTo>
                <a:lnTo>
                  <a:pt x="5546724" y="0"/>
                </a:lnTo>
                <a:lnTo>
                  <a:pt x="5546724" y="5151965"/>
                </a:lnTo>
                <a:lnTo>
                  <a:pt x="4824354" y="6075363"/>
                </a:lnTo>
                <a:lnTo>
                  <a:pt x="0" y="6075363"/>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92" name="Google Shape;192;p17"/>
          <p:cNvSpPr txBox="1"/>
          <p:nvPr>
            <p:ph idx="1" type="body"/>
          </p:nvPr>
        </p:nvSpPr>
        <p:spPr>
          <a:xfrm>
            <a:off x="549275" y="782637"/>
            <a:ext cx="5272088" cy="5292726"/>
          </a:xfrm>
          <a:prstGeom prst="rect">
            <a:avLst/>
          </a:prstGeom>
          <a:noFill/>
          <a:ln>
            <a:noFill/>
          </a:ln>
        </p:spPr>
        <p:txBody>
          <a:bodyPr anchorCtr="0" anchor="ctr" bIns="0" lIns="0" spcFirstLastPara="1" rIns="0" wrap="square" tIns="0">
            <a:normAutofit/>
          </a:bodyPr>
          <a:lstStyle>
            <a:lvl1pPr indent="-571500" lvl="0" marL="457200" algn="l">
              <a:lnSpc>
                <a:spcPct val="80000"/>
              </a:lnSpc>
              <a:spcBef>
                <a:spcPts val="1200"/>
              </a:spcBef>
              <a:spcAft>
                <a:spcPts val="0"/>
              </a:spcAft>
              <a:buClr>
                <a:schemeClr val="dk1"/>
              </a:buClr>
              <a:buSzPts val="5400"/>
              <a:buFont typeface="Arial"/>
              <a:buChar char="​"/>
              <a:defRPr b="1" sz="5400">
                <a:latin typeface="Montserrat"/>
                <a:ea typeface="Montserrat"/>
                <a:cs typeface="Montserrat"/>
                <a:sym typeface="Montserrat"/>
              </a:defRPr>
            </a:lvl1pPr>
            <a:lvl2pPr indent="-406400" lvl="1" marL="914400" algn="l">
              <a:lnSpc>
                <a:spcPct val="83000"/>
              </a:lnSpc>
              <a:spcBef>
                <a:spcPts val="300"/>
              </a:spcBef>
              <a:spcAft>
                <a:spcPts val="0"/>
              </a:spcAft>
              <a:buSzPts val="2800"/>
              <a:buFont typeface="Arial"/>
              <a:buChar char="​"/>
              <a:defRPr sz="2800">
                <a:solidFill>
                  <a:schemeClr val="accent1"/>
                </a:solidFill>
                <a:latin typeface="Montserrat Medium"/>
                <a:ea typeface="Montserrat Medium"/>
                <a:cs typeface="Montserrat Medium"/>
                <a:sym typeface="Montserrat Medium"/>
              </a:defRPr>
            </a:lvl2pPr>
            <a:lvl3pPr indent="-342900" lvl="2" marL="1371600" algn="l">
              <a:lnSpc>
                <a:spcPct val="120000"/>
              </a:lnSpc>
              <a:spcBef>
                <a:spcPts val="3000"/>
              </a:spcBef>
              <a:spcAft>
                <a:spcPts val="0"/>
              </a:spcAft>
              <a:buClr>
                <a:schemeClr val="dk1"/>
              </a:buClr>
              <a:buSzPts val="1800"/>
              <a:buFont typeface="Arial"/>
              <a:buChar char="​"/>
              <a:defRPr sz="1800">
                <a:solidFill>
                  <a:schemeClr val="dk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accent1"/>
              </a:buClr>
              <a:buSzPts val="1400"/>
              <a:buFont typeface="Arial"/>
              <a:buChar char="•"/>
              <a:defRPr b="0" sz="1400">
                <a:solidFill>
                  <a:schemeClr val="dk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dk1"/>
              </a:buClr>
              <a:buSzPts val="2000"/>
              <a:buFont typeface="Arial"/>
              <a:buChar char="​"/>
              <a:defRPr b="1" sz="2000">
                <a:solidFill>
                  <a:schemeClr val="dk1"/>
                </a:solidFill>
                <a:latin typeface="Montserrat"/>
                <a:ea typeface="Montserrat"/>
                <a:cs typeface="Montserrat"/>
                <a:sym typeface="Montserrat"/>
              </a:defRPr>
            </a:lvl6pPr>
            <a:lvl7pPr indent="-317500" lvl="6" marL="3200400" algn="l">
              <a:lnSpc>
                <a:spcPct val="90000"/>
              </a:lnSpc>
              <a:spcBef>
                <a:spcPts val="0"/>
              </a:spcBef>
              <a:spcAft>
                <a:spcPts val="0"/>
              </a:spcAft>
              <a:buSzPts val="1400"/>
              <a:buFont typeface="Arial"/>
              <a:buChar char="​"/>
              <a:defRPr sz="1400">
                <a:solidFill>
                  <a:schemeClr val="accen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dk1"/>
              </a:buClr>
              <a:buSzPts val="1400"/>
              <a:buFont typeface="Arial"/>
              <a:buChar char="​"/>
              <a:defRPr sz="1400">
                <a:solidFill>
                  <a:schemeClr val="dk1"/>
                </a:solidFill>
                <a:latin typeface="Montserrat"/>
                <a:ea typeface="Montserrat"/>
                <a:cs typeface="Montserrat"/>
                <a:sym typeface="Montserrat"/>
              </a:defRPr>
            </a:lvl8pPr>
            <a:lvl9pPr indent="-304800" lvl="8" marL="4114800" algn="l">
              <a:lnSpc>
                <a:spcPct val="80000"/>
              </a:lnSpc>
              <a:spcBef>
                <a:spcPts val="600"/>
              </a:spcBef>
              <a:spcAft>
                <a:spcPts val="0"/>
              </a:spcAft>
              <a:buClr>
                <a:schemeClr val="accent1"/>
              </a:buClr>
              <a:buSzPts val="1200"/>
              <a:buFont typeface="Arial"/>
              <a:buChar char="•"/>
              <a:defRPr b="0" sz="1200">
                <a:solidFill>
                  <a:schemeClr val="dk1"/>
                </a:solidFill>
                <a:latin typeface="Montserrat"/>
                <a:ea typeface="Montserrat"/>
                <a:cs typeface="Montserrat"/>
                <a:sym typeface="Montserrat"/>
              </a:defRPr>
            </a:lvl9pPr>
          </a:lstStyle>
          <a:p/>
        </p:txBody>
      </p:sp>
      <p:grpSp>
        <p:nvGrpSpPr>
          <p:cNvPr id="193" name="Google Shape;193;p17"/>
          <p:cNvGrpSpPr/>
          <p:nvPr/>
        </p:nvGrpSpPr>
        <p:grpSpPr>
          <a:xfrm>
            <a:off x="274638" y="6348413"/>
            <a:ext cx="939139" cy="235263"/>
            <a:chOff x="10573833" y="4992967"/>
            <a:chExt cx="923543" cy="231356"/>
          </a:xfrm>
        </p:grpSpPr>
        <p:sp>
          <p:nvSpPr>
            <p:cNvPr id="194" name="Google Shape;194;p17"/>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195" name="Google Shape;195;p17"/>
            <p:cNvGrpSpPr/>
            <p:nvPr/>
          </p:nvGrpSpPr>
          <p:grpSpPr>
            <a:xfrm>
              <a:off x="10573833" y="4992967"/>
              <a:ext cx="878511" cy="231356"/>
              <a:chOff x="10573833" y="4992967"/>
              <a:chExt cx="878511" cy="231356"/>
            </a:xfrm>
          </p:grpSpPr>
          <p:grpSp>
            <p:nvGrpSpPr>
              <p:cNvPr id="196" name="Google Shape;196;p17"/>
              <p:cNvGrpSpPr/>
              <p:nvPr/>
            </p:nvGrpSpPr>
            <p:grpSpPr>
              <a:xfrm>
                <a:off x="10573833" y="4992967"/>
                <a:ext cx="675627" cy="231356"/>
                <a:chOff x="10573833" y="4992967"/>
                <a:chExt cx="675627" cy="231356"/>
              </a:xfrm>
            </p:grpSpPr>
            <p:sp>
              <p:nvSpPr>
                <p:cNvPr id="197" name="Google Shape;197;p17"/>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98" name="Google Shape;198;p17"/>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99" name="Google Shape;199;p17"/>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00" name="Google Shape;200;p17"/>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01" name="Google Shape;201;p17"/>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02" name="Google Shape;202;p17"/>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203" name="Google Shape;203;p17"/>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204" name="Google Shape;204;p17"/>
          <p:cNvSpPr/>
          <p:nvPr>
            <p:ph idx="2" type="chart"/>
          </p:nvPr>
        </p:nvSpPr>
        <p:spPr>
          <a:xfrm>
            <a:off x="6910553" y="1722221"/>
            <a:ext cx="4466894" cy="3429744"/>
          </a:xfrm>
          <a:prstGeom prst="rect">
            <a:avLst/>
          </a:prstGeom>
          <a:noFill/>
          <a:ln>
            <a:noFill/>
          </a:ln>
        </p:spPr>
        <p:txBody>
          <a:bodyPr anchorCtr="0" anchor="t" bIns="0" lIns="0" spcFirstLastPara="1" rIns="0" wrap="square" tIns="0">
            <a:noAutofit/>
          </a:bodyPr>
          <a:lstStyle>
            <a:lvl1pPr lvl="0" marR="0" rtl="0" algn="ctr">
              <a:lnSpc>
                <a:spcPct val="95000"/>
              </a:lnSpc>
              <a:spcBef>
                <a:spcPts val="1200"/>
              </a:spcBef>
              <a:spcAft>
                <a:spcPts val="0"/>
              </a:spcAft>
              <a:buClr>
                <a:schemeClr val="dk1"/>
              </a:buClr>
              <a:buSzPts val="2200"/>
              <a:buFont typeface="Arial"/>
              <a:buChar char="​"/>
              <a:defRPr b="0" i="0" sz="2200" u="none" cap="none" strike="noStrike">
                <a:solidFill>
                  <a:schemeClr val="dk1"/>
                </a:solidFill>
                <a:latin typeface="Montserrat"/>
                <a:ea typeface="Montserrat"/>
                <a:cs typeface="Montserrat"/>
                <a:sym typeface="Montserrat"/>
              </a:defRPr>
            </a:lvl1pPr>
            <a:lvl2pPr lvl="1" marR="0" rtl="0" algn="l">
              <a:lnSpc>
                <a:spcPct val="90000"/>
              </a:lnSpc>
              <a:spcBef>
                <a:spcPts val="400"/>
              </a:spcBef>
              <a:spcAft>
                <a:spcPts val="0"/>
              </a:spcAft>
              <a:buClr>
                <a:schemeClr val="accent1"/>
              </a:buClr>
              <a:buSzPts val="1800"/>
              <a:buFont typeface="Arial"/>
              <a:buChar char="•"/>
              <a:defRPr b="0" i="0" sz="1800" u="none" cap="none" strike="noStrike">
                <a:solidFill>
                  <a:schemeClr val="dk1"/>
                </a:solidFill>
                <a:latin typeface="Montserrat"/>
                <a:ea typeface="Montserrat"/>
                <a:cs typeface="Montserrat"/>
                <a:sym typeface="Montserrat"/>
              </a:defRPr>
            </a:lvl2pPr>
            <a:lvl3pPr lvl="2" marR="0" rtl="0" algn="l">
              <a:lnSpc>
                <a:spcPct val="85000"/>
              </a:lnSpc>
              <a:spcBef>
                <a:spcPts val="4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3pPr>
            <a:lvl4pPr lvl="3" marR="0" rtl="0" algn="l">
              <a:lnSpc>
                <a:spcPct val="90000"/>
              </a:lnSpc>
              <a:spcBef>
                <a:spcPts val="1200"/>
              </a:spcBef>
              <a:spcAft>
                <a:spcPts val="0"/>
              </a:spcAft>
              <a:buClr>
                <a:schemeClr val="dk1"/>
              </a:buClr>
              <a:buSzPts val="2000"/>
              <a:buFont typeface="Arial"/>
              <a:buChar char="​"/>
              <a:defRPr b="1" i="0" sz="2000" u="none" cap="none" strike="noStrike">
                <a:solidFill>
                  <a:schemeClr val="dk1"/>
                </a:solidFill>
                <a:latin typeface="Montserrat"/>
                <a:ea typeface="Montserrat"/>
                <a:cs typeface="Montserrat"/>
                <a:sym typeface="Montserrat"/>
              </a:defRPr>
            </a:lvl4pPr>
            <a:lvl5pPr lvl="4" marR="0" rtl="0" algn="l">
              <a:lnSpc>
                <a:spcPct val="90000"/>
              </a:lnSpc>
              <a:spcBef>
                <a:spcPts val="0"/>
              </a:spcBef>
              <a:spcAft>
                <a:spcPts val="0"/>
              </a:spcAft>
              <a:buClr>
                <a:schemeClr val="accent1"/>
              </a:buClr>
              <a:buSzPts val="1400"/>
              <a:buFont typeface="Arial"/>
              <a:buChar char="​"/>
              <a:defRPr b="0" i="0" sz="1400" u="none" cap="none" strike="noStrike">
                <a:solidFill>
                  <a:schemeClr val="accent1"/>
                </a:solidFill>
                <a:latin typeface="Montserrat"/>
                <a:ea typeface="Montserrat"/>
                <a:cs typeface="Montserrat"/>
                <a:sym typeface="Montserrat"/>
              </a:defRPr>
            </a:lvl5pPr>
            <a:lvl6pPr lvl="5" marR="0" rtl="0" algn="l">
              <a:lnSpc>
                <a:spcPct val="120000"/>
              </a:lnSpc>
              <a:spcBef>
                <a:spcPts val="8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6pPr>
            <a:lvl7pPr lvl="6" marR="0" rtl="0" algn="l">
              <a:lnSpc>
                <a:spcPct val="85000"/>
              </a:lnSpc>
              <a:spcBef>
                <a:spcPts val="600"/>
              </a:spcBef>
              <a:spcAft>
                <a:spcPts val="0"/>
              </a:spcAft>
              <a:buClr>
                <a:schemeClr val="accent1"/>
              </a:buClr>
              <a:buSzPts val="1200"/>
              <a:buFont typeface="Arial"/>
              <a:buChar char="•"/>
              <a:defRPr b="0" i="0" sz="1200" u="none" cap="none" strike="noStrike">
                <a:solidFill>
                  <a:schemeClr val="dk1"/>
                </a:solidFill>
                <a:latin typeface="Montserrat"/>
                <a:ea typeface="Montserrat"/>
                <a:cs typeface="Montserrat"/>
                <a:sym typeface="Montserrat"/>
              </a:defRPr>
            </a:lvl7pPr>
            <a:lvl8pPr lvl="7" marR="0" rtl="0" algn="l">
              <a:lnSpc>
                <a:spcPct val="100000"/>
              </a:lnSpc>
              <a:spcBef>
                <a:spcPts val="1200"/>
              </a:spcBef>
              <a:spcAft>
                <a:spcPts val="0"/>
              </a:spcAft>
              <a:buClr>
                <a:schemeClr val="dk1"/>
              </a:buClr>
              <a:buSzPts val="2200"/>
              <a:buFont typeface="Arial"/>
              <a:buChar char="“"/>
              <a:defRPr b="0" i="0" sz="2200" u="none" cap="none" strike="noStrike">
                <a:solidFill>
                  <a:schemeClr val="dk1"/>
                </a:solidFill>
                <a:latin typeface="Montserrat"/>
                <a:ea typeface="Montserrat"/>
                <a:cs typeface="Montserrat"/>
                <a:sym typeface="Montserrat"/>
              </a:defRPr>
            </a:lvl8pPr>
            <a:lvl9pPr lvl="8" marR="0" rtl="0" algn="l">
              <a:lnSpc>
                <a:spcPct val="85000"/>
              </a:lnSpc>
              <a:spcBef>
                <a:spcPts val="600"/>
              </a:spcBef>
              <a:spcAft>
                <a:spcPts val="1200"/>
              </a:spcAft>
              <a:buClr>
                <a:schemeClr val="accent1"/>
              </a:buClr>
              <a:buSzPts val="1400"/>
              <a:buFont typeface="Arial"/>
              <a:buChar char="•"/>
              <a:defRPr b="1" i="0" sz="1400" u="none" cap="none" strike="noStrike">
                <a:solidFill>
                  <a:schemeClr val="dk1"/>
                </a:solidFill>
                <a:latin typeface="Montserrat"/>
                <a:ea typeface="Montserrat"/>
                <a:cs typeface="Montserrat"/>
                <a:sym typeface="Montserrat"/>
              </a:defRPr>
            </a:lvl9pPr>
          </a:lstStyle>
          <a:p/>
        </p:txBody>
      </p:sp>
      <p:sp>
        <p:nvSpPr>
          <p:cNvPr id="205" name="Google Shape;205;p17"/>
          <p:cNvSpPr txBox="1"/>
          <p:nvPr>
            <p:ph idx="3" type="body"/>
          </p:nvPr>
        </p:nvSpPr>
        <p:spPr>
          <a:xfrm>
            <a:off x="6910553" y="812800"/>
            <a:ext cx="4466894" cy="561949"/>
          </a:xfrm>
          <a:prstGeom prst="rect">
            <a:avLst/>
          </a:prstGeom>
          <a:noFill/>
          <a:ln>
            <a:noFill/>
          </a:ln>
        </p:spPr>
        <p:txBody>
          <a:bodyPr anchorCtr="0" anchor="t" bIns="0" lIns="0" spcFirstLastPara="1" rIns="0" wrap="square" tIns="0">
            <a:spAutoFit/>
          </a:bodyPr>
          <a:lstStyle>
            <a:lvl1pPr indent="-228600" lvl="0" marL="457200" algn="ctr">
              <a:lnSpc>
                <a:spcPct val="83000"/>
              </a:lnSpc>
              <a:spcBef>
                <a:spcPts val="0"/>
              </a:spcBef>
              <a:spcAft>
                <a:spcPts val="0"/>
              </a:spcAft>
              <a:buClr>
                <a:schemeClr val="dk1"/>
              </a:buClr>
              <a:buSzPts val="2200"/>
              <a:buNone/>
              <a:defRPr b="1" sz="22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206" name="Google Shape;206;p17"/>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207" name="Google Shape;207;p17"/>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Laptop with Content" showMasterSp="0">
  <p:cSld name="20_Laptop with Content">
    <p:spTree>
      <p:nvGrpSpPr>
        <p:cNvPr id="208" name="Shape 208"/>
        <p:cNvGrpSpPr/>
        <p:nvPr/>
      </p:nvGrpSpPr>
      <p:grpSpPr>
        <a:xfrm>
          <a:off x="0" y="0"/>
          <a:ext cx="0" cy="0"/>
          <a:chOff x="0" y="0"/>
          <a:chExt cx="0" cy="0"/>
        </a:xfrm>
      </p:grpSpPr>
      <p:pic>
        <p:nvPicPr>
          <p:cNvPr id="209" name="Google Shape;209;p18"/>
          <p:cNvPicPr preferRelativeResize="0"/>
          <p:nvPr/>
        </p:nvPicPr>
        <p:blipFill rotWithShape="1">
          <a:blip r:embed="rId2">
            <a:alphaModFix/>
          </a:blip>
          <a:srcRect b="-859" l="29438" r="3428" t="859"/>
          <a:stretch/>
        </p:blipFill>
        <p:spPr>
          <a:xfrm>
            <a:off x="2901082" y="0"/>
            <a:ext cx="9290918" cy="6858000"/>
          </a:xfrm>
          <a:prstGeom prst="rect">
            <a:avLst/>
          </a:prstGeom>
          <a:noFill/>
          <a:ln>
            <a:noFill/>
          </a:ln>
        </p:spPr>
      </p:pic>
      <p:sp>
        <p:nvSpPr>
          <p:cNvPr id="210" name="Google Shape;210;p18"/>
          <p:cNvSpPr/>
          <p:nvPr/>
        </p:nvSpPr>
        <p:spPr>
          <a:xfrm>
            <a:off x="0" y="0"/>
            <a:ext cx="12192000" cy="6858280"/>
          </a:xfrm>
          <a:custGeom>
            <a:rect b="b" l="l" r="r" t="t"/>
            <a:pathLst>
              <a:path extrusionOk="0" h="6858280" w="12192000">
                <a:moveTo>
                  <a:pt x="12192000" y="2153659"/>
                </a:moveTo>
                <a:lnTo>
                  <a:pt x="12192000" y="6858280"/>
                </a:lnTo>
                <a:lnTo>
                  <a:pt x="8513504" y="6858280"/>
                </a:lnTo>
                <a:close/>
                <a:moveTo>
                  <a:pt x="0" y="0"/>
                </a:moveTo>
                <a:lnTo>
                  <a:pt x="8547058" y="0"/>
                </a:lnTo>
                <a:lnTo>
                  <a:pt x="3184638" y="6858280"/>
                </a:lnTo>
                <a:lnTo>
                  <a:pt x="0" y="685828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211" name="Google Shape;211;p18"/>
          <p:cNvSpPr txBox="1"/>
          <p:nvPr>
            <p:ph idx="1" type="body"/>
          </p:nvPr>
        </p:nvSpPr>
        <p:spPr>
          <a:xfrm>
            <a:off x="547688" y="800101"/>
            <a:ext cx="3287712" cy="5275262"/>
          </a:xfrm>
          <a:prstGeom prst="rect">
            <a:avLst/>
          </a:prstGeom>
          <a:noFill/>
          <a:ln>
            <a:noFill/>
          </a:ln>
        </p:spPr>
        <p:txBody>
          <a:bodyPr anchorCtr="0" anchor="ctr" bIns="0" lIns="0" spcFirstLastPara="1" rIns="0" wrap="square" tIns="0">
            <a:normAutofit/>
          </a:bodyPr>
          <a:lstStyle>
            <a:lvl1pPr indent="-495300" lvl="0" marL="457200" algn="l">
              <a:lnSpc>
                <a:spcPct val="80000"/>
              </a:lnSpc>
              <a:spcBef>
                <a:spcPts val="1200"/>
              </a:spcBef>
              <a:spcAft>
                <a:spcPts val="0"/>
              </a:spcAft>
              <a:buClr>
                <a:schemeClr val="dk1"/>
              </a:buClr>
              <a:buSzPts val="4200"/>
              <a:buFont typeface="Arial"/>
              <a:buChar char="​"/>
              <a:defRPr b="1" sz="4200">
                <a:latin typeface="Montserrat"/>
                <a:ea typeface="Montserrat"/>
                <a:cs typeface="Montserrat"/>
                <a:sym typeface="Montserrat"/>
              </a:defRPr>
            </a:lvl1pPr>
            <a:lvl2pPr indent="-368300" lvl="1" marL="914400" algn="l">
              <a:lnSpc>
                <a:spcPct val="83000"/>
              </a:lnSpc>
              <a:spcBef>
                <a:spcPts val="300"/>
              </a:spcBef>
              <a:spcAft>
                <a:spcPts val="0"/>
              </a:spcAft>
              <a:buSzPts val="2200"/>
              <a:buFont typeface="Arial"/>
              <a:buChar char="​"/>
              <a:defRPr sz="2200">
                <a:solidFill>
                  <a:schemeClr val="accent1"/>
                </a:solidFill>
                <a:latin typeface="Montserrat Medium"/>
                <a:ea typeface="Montserrat Medium"/>
                <a:cs typeface="Montserrat Medium"/>
                <a:sym typeface="Montserrat Medium"/>
              </a:defRPr>
            </a:lvl2pPr>
            <a:lvl3pPr indent="-342900" lvl="2" marL="1371600" algn="l">
              <a:lnSpc>
                <a:spcPct val="120000"/>
              </a:lnSpc>
              <a:spcBef>
                <a:spcPts val="3000"/>
              </a:spcBef>
              <a:spcAft>
                <a:spcPts val="0"/>
              </a:spcAft>
              <a:buClr>
                <a:schemeClr val="dk1"/>
              </a:buClr>
              <a:buSzPts val="1800"/>
              <a:buFont typeface="Arial"/>
              <a:buChar char="​"/>
              <a:defRPr sz="1800">
                <a:solidFill>
                  <a:schemeClr val="dk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accent1"/>
              </a:buClr>
              <a:buSzPts val="1400"/>
              <a:buFont typeface="Arial"/>
              <a:buChar char="•"/>
              <a:defRPr b="0" sz="1400">
                <a:solidFill>
                  <a:schemeClr val="dk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dk1"/>
              </a:buClr>
              <a:buSzPts val="2000"/>
              <a:buFont typeface="Arial"/>
              <a:buChar char="​"/>
              <a:defRPr b="1" sz="2000">
                <a:solidFill>
                  <a:schemeClr val="dk1"/>
                </a:solidFill>
                <a:latin typeface="Arial"/>
                <a:ea typeface="Arial"/>
                <a:cs typeface="Arial"/>
                <a:sym typeface="Arial"/>
              </a:defRPr>
            </a:lvl6pPr>
            <a:lvl7pPr indent="-317500" lvl="6" marL="3200400" algn="l">
              <a:lnSpc>
                <a:spcPct val="90000"/>
              </a:lnSpc>
              <a:spcBef>
                <a:spcPts val="0"/>
              </a:spcBef>
              <a:spcAft>
                <a:spcPts val="0"/>
              </a:spcAft>
              <a:buSzPts val="1400"/>
              <a:buFont typeface="Arial"/>
              <a:buChar char="​"/>
              <a:defRPr sz="1400">
                <a:solidFill>
                  <a:schemeClr val="accen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dk1"/>
              </a:buClr>
              <a:buSzPts val="1400"/>
              <a:buFont typeface="Arial"/>
              <a:buChar char="​"/>
              <a:defRPr sz="1400">
                <a:solidFill>
                  <a:schemeClr val="dk1"/>
                </a:solidFill>
                <a:latin typeface="Montserrat"/>
                <a:ea typeface="Montserrat"/>
                <a:cs typeface="Montserrat"/>
                <a:sym typeface="Montserrat"/>
              </a:defRPr>
            </a:lvl8pPr>
            <a:lvl9pPr indent="-304800" lvl="8" marL="4114800" algn="l">
              <a:lnSpc>
                <a:spcPct val="80000"/>
              </a:lnSpc>
              <a:spcBef>
                <a:spcPts val="600"/>
              </a:spcBef>
              <a:spcAft>
                <a:spcPts val="0"/>
              </a:spcAft>
              <a:buSzPts val="1200"/>
              <a:buFont typeface="Arial"/>
              <a:buChar char="•"/>
              <a:defRPr b="0" sz="1200">
                <a:solidFill>
                  <a:schemeClr val="dk1"/>
                </a:solidFill>
                <a:latin typeface="Montserrat"/>
                <a:ea typeface="Montserrat"/>
                <a:cs typeface="Montserrat"/>
                <a:sym typeface="Montserrat"/>
              </a:defRPr>
            </a:lvl9pPr>
          </a:lstStyle>
          <a:p/>
        </p:txBody>
      </p:sp>
      <p:pic>
        <p:nvPicPr>
          <p:cNvPr id="212" name="Google Shape;212;p18"/>
          <p:cNvPicPr preferRelativeResize="0"/>
          <p:nvPr/>
        </p:nvPicPr>
        <p:blipFill rotWithShape="1">
          <a:blip r:embed="rId3">
            <a:alphaModFix/>
          </a:blip>
          <a:srcRect b="0" l="0" r="0" t="0"/>
          <a:stretch/>
        </p:blipFill>
        <p:spPr>
          <a:xfrm>
            <a:off x="3650191" y="5530662"/>
            <a:ext cx="8839200" cy="347024"/>
          </a:xfrm>
          <a:prstGeom prst="rect">
            <a:avLst/>
          </a:prstGeom>
          <a:noFill/>
          <a:ln>
            <a:noFill/>
          </a:ln>
        </p:spPr>
      </p:pic>
      <p:pic>
        <p:nvPicPr>
          <p:cNvPr descr="A screen shot of a computer&#10;&#10;Description automatically generated" id="213" name="Google Shape;213;p18"/>
          <p:cNvPicPr preferRelativeResize="0"/>
          <p:nvPr/>
        </p:nvPicPr>
        <p:blipFill rotWithShape="1">
          <a:blip r:embed="rId4">
            <a:alphaModFix/>
          </a:blip>
          <a:srcRect b="0" l="0" r="1311" t="0"/>
          <a:stretch/>
        </p:blipFill>
        <p:spPr>
          <a:xfrm>
            <a:off x="3835400" y="716597"/>
            <a:ext cx="8356326" cy="5077585"/>
          </a:xfrm>
          <a:prstGeom prst="rect">
            <a:avLst/>
          </a:prstGeom>
          <a:noFill/>
          <a:ln>
            <a:noFill/>
          </a:ln>
        </p:spPr>
      </p:pic>
      <p:sp>
        <p:nvSpPr>
          <p:cNvPr id="214" name="Google Shape;214;p18"/>
          <p:cNvSpPr/>
          <p:nvPr>
            <p:ph idx="2" type="pic"/>
          </p:nvPr>
        </p:nvSpPr>
        <p:spPr>
          <a:xfrm>
            <a:off x="4842933" y="1118183"/>
            <a:ext cx="6453717" cy="4036059"/>
          </a:xfrm>
          <a:prstGeom prst="roundRect">
            <a:avLst>
              <a:gd fmla="val 0" name="adj"/>
            </a:avLst>
          </a:prstGeom>
          <a:solidFill>
            <a:schemeClr val="lt2"/>
          </a:solidFill>
          <a:ln>
            <a:noFill/>
          </a:ln>
        </p:spPr>
      </p:sp>
      <p:grpSp>
        <p:nvGrpSpPr>
          <p:cNvPr id="215" name="Google Shape;215;p18"/>
          <p:cNvGrpSpPr/>
          <p:nvPr/>
        </p:nvGrpSpPr>
        <p:grpSpPr>
          <a:xfrm>
            <a:off x="274638" y="6348413"/>
            <a:ext cx="939139" cy="235263"/>
            <a:chOff x="10573833" y="4992967"/>
            <a:chExt cx="923543" cy="231356"/>
          </a:xfrm>
        </p:grpSpPr>
        <p:sp>
          <p:nvSpPr>
            <p:cNvPr id="216" name="Google Shape;216;p18"/>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217" name="Google Shape;217;p18"/>
            <p:cNvGrpSpPr/>
            <p:nvPr/>
          </p:nvGrpSpPr>
          <p:grpSpPr>
            <a:xfrm>
              <a:off x="10573833" y="4992967"/>
              <a:ext cx="878511" cy="231356"/>
              <a:chOff x="10573833" y="4992967"/>
              <a:chExt cx="878511" cy="231356"/>
            </a:xfrm>
          </p:grpSpPr>
          <p:grpSp>
            <p:nvGrpSpPr>
              <p:cNvPr id="218" name="Google Shape;218;p18"/>
              <p:cNvGrpSpPr/>
              <p:nvPr/>
            </p:nvGrpSpPr>
            <p:grpSpPr>
              <a:xfrm>
                <a:off x="10573833" y="4992967"/>
                <a:ext cx="675627" cy="231356"/>
                <a:chOff x="10573833" y="4992967"/>
                <a:chExt cx="675627" cy="231356"/>
              </a:xfrm>
            </p:grpSpPr>
            <p:sp>
              <p:nvSpPr>
                <p:cNvPr id="219" name="Google Shape;219;p18"/>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20" name="Google Shape;220;p18"/>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21" name="Google Shape;221;p18"/>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22" name="Google Shape;222;p18"/>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23" name="Google Shape;223;p18"/>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24" name="Google Shape;224;p18"/>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225" name="Google Shape;225;p18"/>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226" name="Google Shape;226;p18"/>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macOS Desktop Only" showMasterSp="0">
  <p:cSld name="21_macOS Desktop Only">
    <p:spTree>
      <p:nvGrpSpPr>
        <p:cNvPr id="227" name="Shape 227"/>
        <p:cNvGrpSpPr/>
        <p:nvPr/>
      </p:nvGrpSpPr>
      <p:grpSpPr>
        <a:xfrm>
          <a:off x="0" y="0"/>
          <a:ext cx="0" cy="0"/>
          <a:chOff x="0" y="0"/>
          <a:chExt cx="0" cy="0"/>
        </a:xfrm>
      </p:grpSpPr>
      <p:pic>
        <p:nvPicPr>
          <p:cNvPr id="228" name="Google Shape;228;p19"/>
          <p:cNvPicPr preferRelativeResize="0"/>
          <p:nvPr/>
        </p:nvPicPr>
        <p:blipFill rotWithShape="1">
          <a:blip r:embed="rId2">
            <a:alphaModFix/>
          </a:blip>
          <a:srcRect b="-859" l="29438" r="3428" t="859"/>
          <a:stretch/>
        </p:blipFill>
        <p:spPr>
          <a:xfrm>
            <a:off x="2901082" y="0"/>
            <a:ext cx="9290918" cy="6858000"/>
          </a:xfrm>
          <a:prstGeom prst="rect">
            <a:avLst/>
          </a:prstGeom>
          <a:noFill/>
          <a:ln>
            <a:noFill/>
          </a:ln>
        </p:spPr>
      </p:pic>
      <p:sp>
        <p:nvSpPr>
          <p:cNvPr id="229" name="Google Shape;229;p19"/>
          <p:cNvSpPr/>
          <p:nvPr/>
        </p:nvSpPr>
        <p:spPr>
          <a:xfrm>
            <a:off x="0" y="0"/>
            <a:ext cx="12192000" cy="6858280"/>
          </a:xfrm>
          <a:custGeom>
            <a:rect b="b" l="l" r="r" t="t"/>
            <a:pathLst>
              <a:path extrusionOk="0" h="6858280" w="12192000">
                <a:moveTo>
                  <a:pt x="12192000" y="2153659"/>
                </a:moveTo>
                <a:lnTo>
                  <a:pt x="12192000" y="6858280"/>
                </a:lnTo>
                <a:lnTo>
                  <a:pt x="8513504" y="6858280"/>
                </a:lnTo>
                <a:close/>
                <a:moveTo>
                  <a:pt x="0" y="0"/>
                </a:moveTo>
                <a:lnTo>
                  <a:pt x="8547058" y="0"/>
                </a:lnTo>
                <a:lnTo>
                  <a:pt x="3184638" y="6858280"/>
                </a:lnTo>
                <a:lnTo>
                  <a:pt x="0" y="685828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pic>
        <p:nvPicPr>
          <p:cNvPr id="230" name="Google Shape;230;p19"/>
          <p:cNvPicPr preferRelativeResize="0"/>
          <p:nvPr/>
        </p:nvPicPr>
        <p:blipFill rotWithShape="1">
          <a:blip r:embed="rId3">
            <a:alphaModFix/>
          </a:blip>
          <a:srcRect b="0" l="0" r="0" t="0"/>
          <a:stretch/>
        </p:blipFill>
        <p:spPr>
          <a:xfrm>
            <a:off x="1676400" y="5906530"/>
            <a:ext cx="8839200" cy="347024"/>
          </a:xfrm>
          <a:prstGeom prst="rect">
            <a:avLst/>
          </a:prstGeom>
          <a:noFill/>
          <a:ln>
            <a:noFill/>
          </a:ln>
        </p:spPr>
      </p:pic>
      <p:pic>
        <p:nvPicPr>
          <p:cNvPr id="231" name="Google Shape;231;p19"/>
          <p:cNvPicPr preferRelativeResize="0"/>
          <p:nvPr/>
        </p:nvPicPr>
        <p:blipFill rotWithShape="1">
          <a:blip r:embed="rId4">
            <a:alphaModFix/>
          </a:blip>
          <a:srcRect b="25034" l="0" r="0" t="0"/>
          <a:stretch/>
        </p:blipFill>
        <p:spPr>
          <a:xfrm>
            <a:off x="1676400" y="770302"/>
            <a:ext cx="8839200" cy="5305062"/>
          </a:xfrm>
          <a:prstGeom prst="rect">
            <a:avLst/>
          </a:prstGeom>
          <a:noFill/>
          <a:ln>
            <a:noFill/>
          </a:ln>
        </p:spPr>
      </p:pic>
      <p:sp>
        <p:nvSpPr>
          <p:cNvPr id="232" name="Google Shape;232;p19"/>
          <p:cNvSpPr/>
          <p:nvPr>
            <p:ph idx="2" type="pic"/>
          </p:nvPr>
        </p:nvSpPr>
        <p:spPr>
          <a:xfrm>
            <a:off x="1933832" y="1050324"/>
            <a:ext cx="8310206" cy="4678016"/>
          </a:xfrm>
          <a:prstGeom prst="roundRect">
            <a:avLst>
              <a:gd fmla="val 0" name="adj"/>
            </a:avLst>
          </a:prstGeom>
          <a:solidFill>
            <a:schemeClr val="lt2"/>
          </a:solidFill>
          <a:ln>
            <a:noFill/>
          </a:ln>
        </p:spPr>
      </p:sp>
      <p:grpSp>
        <p:nvGrpSpPr>
          <p:cNvPr id="233" name="Google Shape;233;p19"/>
          <p:cNvGrpSpPr/>
          <p:nvPr/>
        </p:nvGrpSpPr>
        <p:grpSpPr>
          <a:xfrm>
            <a:off x="274638" y="6348413"/>
            <a:ext cx="939139" cy="235263"/>
            <a:chOff x="10573833" y="4992967"/>
            <a:chExt cx="923543" cy="231356"/>
          </a:xfrm>
        </p:grpSpPr>
        <p:sp>
          <p:nvSpPr>
            <p:cNvPr id="234" name="Google Shape;234;p19"/>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235" name="Google Shape;235;p19"/>
            <p:cNvGrpSpPr/>
            <p:nvPr/>
          </p:nvGrpSpPr>
          <p:grpSpPr>
            <a:xfrm>
              <a:off x="10573833" y="4992967"/>
              <a:ext cx="878511" cy="231356"/>
              <a:chOff x="10573833" y="4992967"/>
              <a:chExt cx="878511" cy="231356"/>
            </a:xfrm>
          </p:grpSpPr>
          <p:grpSp>
            <p:nvGrpSpPr>
              <p:cNvPr id="236" name="Google Shape;236;p19"/>
              <p:cNvGrpSpPr/>
              <p:nvPr/>
            </p:nvGrpSpPr>
            <p:grpSpPr>
              <a:xfrm>
                <a:off x="10573833" y="4992967"/>
                <a:ext cx="675627" cy="231356"/>
                <a:chOff x="10573833" y="4992967"/>
                <a:chExt cx="675627" cy="231356"/>
              </a:xfrm>
            </p:grpSpPr>
            <p:sp>
              <p:nvSpPr>
                <p:cNvPr id="237" name="Google Shape;237;p19"/>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8" name="Google Shape;238;p19"/>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9" name="Google Shape;239;p19"/>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40" name="Google Shape;240;p19"/>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41" name="Google Shape;241;p19"/>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42" name="Google Shape;242;p19"/>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243" name="Google Shape;243;p19"/>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244" name="Google Shape;244;p19"/>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hree Icons">
  <p:cSld name="22_Three Icons">
    <p:spTree>
      <p:nvGrpSpPr>
        <p:cNvPr id="245" name="Shape 245"/>
        <p:cNvGrpSpPr/>
        <p:nvPr/>
      </p:nvGrpSpPr>
      <p:grpSpPr>
        <a:xfrm>
          <a:off x="0" y="0"/>
          <a:ext cx="0" cy="0"/>
          <a:chOff x="0" y="0"/>
          <a:chExt cx="0" cy="0"/>
        </a:xfrm>
      </p:grpSpPr>
      <p:sp>
        <p:nvSpPr>
          <p:cNvPr id="246" name="Google Shape;246;p20"/>
          <p:cNvSpPr txBox="1"/>
          <p:nvPr>
            <p:ph type="title"/>
          </p:nvPr>
        </p:nvSpPr>
        <p:spPr>
          <a:xfrm>
            <a:off x="547688" y="510913"/>
            <a:ext cx="1082040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 name="Google Shape;247;p20"/>
          <p:cNvSpPr/>
          <p:nvPr>
            <p:ph idx="2" type="pic"/>
          </p:nvPr>
        </p:nvSpPr>
        <p:spPr>
          <a:xfrm>
            <a:off x="1800629" y="3470142"/>
            <a:ext cx="852471" cy="850392"/>
          </a:xfrm>
          <a:prstGeom prst="rect">
            <a:avLst/>
          </a:prstGeom>
          <a:noFill/>
          <a:ln>
            <a:noFill/>
          </a:ln>
        </p:spPr>
      </p:sp>
      <p:sp>
        <p:nvSpPr>
          <p:cNvPr id="248" name="Google Shape;248;p20"/>
          <p:cNvSpPr/>
          <p:nvPr>
            <p:ph idx="3" type="pic"/>
          </p:nvPr>
        </p:nvSpPr>
        <p:spPr>
          <a:xfrm>
            <a:off x="5669764" y="3470142"/>
            <a:ext cx="852471" cy="850392"/>
          </a:xfrm>
          <a:prstGeom prst="rect">
            <a:avLst/>
          </a:prstGeom>
          <a:noFill/>
          <a:ln>
            <a:noFill/>
          </a:ln>
        </p:spPr>
      </p:sp>
      <p:sp>
        <p:nvSpPr>
          <p:cNvPr id="249" name="Google Shape;249;p20"/>
          <p:cNvSpPr/>
          <p:nvPr>
            <p:ph idx="4" type="pic"/>
          </p:nvPr>
        </p:nvSpPr>
        <p:spPr>
          <a:xfrm>
            <a:off x="9539232" y="3470142"/>
            <a:ext cx="852471" cy="850392"/>
          </a:xfrm>
          <a:prstGeom prst="rect">
            <a:avLst/>
          </a:prstGeom>
          <a:noFill/>
          <a:ln>
            <a:noFill/>
          </a:ln>
        </p:spPr>
      </p:sp>
      <p:sp>
        <p:nvSpPr>
          <p:cNvPr id="250" name="Google Shape;250;p20"/>
          <p:cNvSpPr txBox="1"/>
          <p:nvPr>
            <p:ph idx="1" type="body"/>
          </p:nvPr>
        </p:nvSpPr>
        <p:spPr>
          <a:xfrm>
            <a:off x="549273" y="5040681"/>
            <a:ext cx="3355183" cy="819938"/>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51" name="Google Shape;251;p20"/>
          <p:cNvSpPr txBox="1"/>
          <p:nvPr>
            <p:ph idx="5" type="body"/>
          </p:nvPr>
        </p:nvSpPr>
        <p:spPr>
          <a:xfrm>
            <a:off x="4418075" y="5040681"/>
            <a:ext cx="3355848" cy="819938"/>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Font typeface="Arial"/>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52" name="Google Shape;252;p20"/>
          <p:cNvSpPr txBox="1"/>
          <p:nvPr>
            <p:ph idx="6" type="body"/>
          </p:nvPr>
        </p:nvSpPr>
        <p:spPr>
          <a:xfrm>
            <a:off x="8287876" y="5040681"/>
            <a:ext cx="3355183" cy="819938"/>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Font typeface="Arial"/>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53" name="Google Shape;253;p20"/>
          <p:cNvSpPr txBox="1"/>
          <p:nvPr>
            <p:ph idx="7" type="body"/>
          </p:nvPr>
        </p:nvSpPr>
        <p:spPr>
          <a:xfrm>
            <a:off x="549273" y="2060575"/>
            <a:ext cx="3355183"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400"/>
              <a:buNone/>
              <a:defRPr b="1" sz="24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54" name="Google Shape;254;p20"/>
          <p:cNvSpPr txBox="1"/>
          <p:nvPr>
            <p:ph idx="8" type="body"/>
          </p:nvPr>
        </p:nvSpPr>
        <p:spPr>
          <a:xfrm>
            <a:off x="4418075" y="2060575"/>
            <a:ext cx="3355848"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400"/>
              <a:buNone/>
              <a:defRPr b="1" sz="24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55" name="Google Shape;255;p20"/>
          <p:cNvSpPr txBox="1"/>
          <p:nvPr>
            <p:ph idx="9" type="body"/>
          </p:nvPr>
        </p:nvSpPr>
        <p:spPr>
          <a:xfrm>
            <a:off x="8287543" y="2060575"/>
            <a:ext cx="3355848"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400"/>
              <a:buNone/>
              <a:defRPr b="1" sz="24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56" name="Google Shape;256;p20"/>
          <p:cNvSpPr/>
          <p:nvPr/>
        </p:nvSpPr>
        <p:spPr>
          <a:xfrm>
            <a:off x="1323640" y="2992114"/>
            <a:ext cx="1806448" cy="1806448"/>
          </a:xfrm>
          <a:prstGeom prst="donut">
            <a:avLst>
              <a:gd fmla="val 3114"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2"/>
            </a:endParaRPr>
          </a:p>
        </p:txBody>
      </p:sp>
      <p:sp>
        <p:nvSpPr>
          <p:cNvPr id="257" name="Google Shape;257;p20"/>
          <p:cNvSpPr/>
          <p:nvPr/>
        </p:nvSpPr>
        <p:spPr>
          <a:xfrm>
            <a:off x="5192775" y="2992114"/>
            <a:ext cx="1806448" cy="1806448"/>
          </a:xfrm>
          <a:prstGeom prst="donut">
            <a:avLst>
              <a:gd fmla="val 3114"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3"/>
            </a:endParaRPr>
          </a:p>
        </p:txBody>
      </p:sp>
      <p:sp>
        <p:nvSpPr>
          <p:cNvPr id="258" name="Google Shape;258;p20"/>
          <p:cNvSpPr/>
          <p:nvPr/>
        </p:nvSpPr>
        <p:spPr>
          <a:xfrm>
            <a:off x="9062243" y="2992114"/>
            <a:ext cx="1806448" cy="1806448"/>
          </a:xfrm>
          <a:prstGeom prst="donut">
            <a:avLst>
              <a:gd fmla="val 3114"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4"/>
            </a:endParaRPr>
          </a:p>
        </p:txBody>
      </p:sp>
      <p:sp>
        <p:nvSpPr>
          <p:cNvPr id="259" name="Google Shape;259;p20"/>
          <p:cNvSpPr txBox="1"/>
          <p:nvPr>
            <p:ph idx="13"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260" name="Google Shape;260;p20"/>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Four Icons">
  <p:cSld name="23_Four Icons">
    <p:spTree>
      <p:nvGrpSpPr>
        <p:cNvPr id="261" name="Shape 261"/>
        <p:cNvGrpSpPr/>
        <p:nvPr/>
      </p:nvGrpSpPr>
      <p:grpSpPr>
        <a:xfrm>
          <a:off x="0" y="0"/>
          <a:ext cx="0" cy="0"/>
          <a:chOff x="0" y="0"/>
          <a:chExt cx="0" cy="0"/>
        </a:xfrm>
      </p:grpSpPr>
      <p:sp>
        <p:nvSpPr>
          <p:cNvPr id="262" name="Google Shape;262;p21"/>
          <p:cNvSpPr txBox="1"/>
          <p:nvPr>
            <p:ph idx="1" type="body"/>
          </p:nvPr>
        </p:nvSpPr>
        <p:spPr>
          <a:xfrm>
            <a:off x="549212" y="5255425"/>
            <a:ext cx="2359152" cy="819938"/>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63" name="Google Shape;263;p21"/>
          <p:cNvSpPr txBox="1"/>
          <p:nvPr>
            <p:ph idx="2" type="body"/>
          </p:nvPr>
        </p:nvSpPr>
        <p:spPr>
          <a:xfrm>
            <a:off x="3461195" y="5255425"/>
            <a:ext cx="2359152" cy="819938"/>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Font typeface="Arial"/>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64" name="Google Shape;264;p21"/>
          <p:cNvSpPr txBox="1"/>
          <p:nvPr>
            <p:ph idx="3" type="body"/>
          </p:nvPr>
        </p:nvSpPr>
        <p:spPr>
          <a:xfrm>
            <a:off x="6371654" y="5255425"/>
            <a:ext cx="2359152" cy="819938"/>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Font typeface="Arial"/>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65" name="Google Shape;265;p21"/>
          <p:cNvSpPr txBox="1"/>
          <p:nvPr>
            <p:ph idx="4" type="body"/>
          </p:nvPr>
        </p:nvSpPr>
        <p:spPr>
          <a:xfrm>
            <a:off x="547688" y="2257622"/>
            <a:ext cx="2362200"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400"/>
              <a:buNone/>
              <a:defRPr b="1" sz="24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66" name="Google Shape;266;p21"/>
          <p:cNvSpPr txBox="1"/>
          <p:nvPr>
            <p:ph idx="5" type="body"/>
          </p:nvPr>
        </p:nvSpPr>
        <p:spPr>
          <a:xfrm>
            <a:off x="3461195" y="2257622"/>
            <a:ext cx="2359152"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400"/>
              <a:buNone/>
              <a:defRPr b="1" sz="24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67" name="Google Shape;267;p21"/>
          <p:cNvSpPr txBox="1"/>
          <p:nvPr>
            <p:ph idx="6" type="body"/>
          </p:nvPr>
        </p:nvSpPr>
        <p:spPr>
          <a:xfrm>
            <a:off x="6371654" y="2257622"/>
            <a:ext cx="2359152"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400"/>
              <a:buNone/>
              <a:defRPr b="1" sz="24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68" name="Google Shape;268;p21"/>
          <p:cNvSpPr txBox="1"/>
          <p:nvPr>
            <p:ph idx="7" type="body"/>
          </p:nvPr>
        </p:nvSpPr>
        <p:spPr>
          <a:xfrm>
            <a:off x="9282113" y="5255425"/>
            <a:ext cx="2359152" cy="819938"/>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Font typeface="Arial"/>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69" name="Google Shape;269;p21"/>
          <p:cNvSpPr txBox="1"/>
          <p:nvPr>
            <p:ph idx="8" type="body"/>
          </p:nvPr>
        </p:nvSpPr>
        <p:spPr>
          <a:xfrm>
            <a:off x="9282113" y="2257622"/>
            <a:ext cx="2359152"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400"/>
              <a:buNone/>
              <a:defRPr b="1" sz="24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70" name="Google Shape;270;p21"/>
          <p:cNvSpPr/>
          <p:nvPr>
            <p:ph idx="9" type="pic"/>
          </p:nvPr>
        </p:nvSpPr>
        <p:spPr>
          <a:xfrm>
            <a:off x="1302553" y="3684886"/>
            <a:ext cx="852471" cy="850392"/>
          </a:xfrm>
          <a:prstGeom prst="rect">
            <a:avLst/>
          </a:prstGeom>
          <a:noFill/>
          <a:ln>
            <a:noFill/>
          </a:ln>
        </p:spPr>
      </p:sp>
      <p:sp>
        <p:nvSpPr>
          <p:cNvPr id="271" name="Google Shape;271;p21"/>
          <p:cNvSpPr/>
          <p:nvPr>
            <p:ph idx="13" type="pic"/>
          </p:nvPr>
        </p:nvSpPr>
        <p:spPr>
          <a:xfrm>
            <a:off x="4214536" y="3684886"/>
            <a:ext cx="852471" cy="850392"/>
          </a:xfrm>
          <a:prstGeom prst="rect">
            <a:avLst/>
          </a:prstGeom>
          <a:noFill/>
          <a:ln>
            <a:noFill/>
          </a:ln>
        </p:spPr>
      </p:sp>
      <p:sp>
        <p:nvSpPr>
          <p:cNvPr id="272" name="Google Shape;272;p21"/>
          <p:cNvSpPr/>
          <p:nvPr>
            <p:ph idx="14" type="pic"/>
          </p:nvPr>
        </p:nvSpPr>
        <p:spPr>
          <a:xfrm>
            <a:off x="7124995" y="3684886"/>
            <a:ext cx="852471" cy="850392"/>
          </a:xfrm>
          <a:prstGeom prst="rect">
            <a:avLst/>
          </a:prstGeom>
          <a:noFill/>
          <a:ln>
            <a:noFill/>
          </a:ln>
        </p:spPr>
      </p:sp>
      <p:sp>
        <p:nvSpPr>
          <p:cNvPr id="273" name="Google Shape;273;p21"/>
          <p:cNvSpPr/>
          <p:nvPr>
            <p:ph idx="15" type="pic"/>
          </p:nvPr>
        </p:nvSpPr>
        <p:spPr>
          <a:xfrm>
            <a:off x="10035454" y="3684886"/>
            <a:ext cx="852471" cy="850392"/>
          </a:xfrm>
          <a:prstGeom prst="rect">
            <a:avLst/>
          </a:prstGeom>
          <a:noFill/>
          <a:ln>
            <a:noFill/>
          </a:ln>
        </p:spPr>
      </p:sp>
      <p:sp>
        <p:nvSpPr>
          <p:cNvPr id="274" name="Google Shape;274;p21"/>
          <p:cNvSpPr/>
          <p:nvPr/>
        </p:nvSpPr>
        <p:spPr>
          <a:xfrm>
            <a:off x="825564" y="3206858"/>
            <a:ext cx="1806448" cy="1806448"/>
          </a:xfrm>
          <a:prstGeom prst="donut">
            <a:avLst>
              <a:gd fmla="val 3554"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2"/>
            </a:endParaRPr>
          </a:p>
        </p:txBody>
      </p:sp>
      <p:sp>
        <p:nvSpPr>
          <p:cNvPr id="275" name="Google Shape;275;p21"/>
          <p:cNvSpPr/>
          <p:nvPr/>
        </p:nvSpPr>
        <p:spPr>
          <a:xfrm>
            <a:off x="3737547" y="3206858"/>
            <a:ext cx="1806448" cy="1806448"/>
          </a:xfrm>
          <a:prstGeom prst="donut">
            <a:avLst>
              <a:gd fmla="val 3554"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3"/>
            </a:endParaRPr>
          </a:p>
        </p:txBody>
      </p:sp>
      <p:sp>
        <p:nvSpPr>
          <p:cNvPr id="276" name="Google Shape;276;p21"/>
          <p:cNvSpPr/>
          <p:nvPr/>
        </p:nvSpPr>
        <p:spPr>
          <a:xfrm>
            <a:off x="6648006" y="3206858"/>
            <a:ext cx="1806448" cy="1806448"/>
          </a:xfrm>
          <a:prstGeom prst="donut">
            <a:avLst>
              <a:gd fmla="val 3554"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4"/>
            </a:endParaRPr>
          </a:p>
        </p:txBody>
      </p:sp>
      <p:sp>
        <p:nvSpPr>
          <p:cNvPr id="277" name="Google Shape;277;p21"/>
          <p:cNvSpPr/>
          <p:nvPr/>
        </p:nvSpPr>
        <p:spPr>
          <a:xfrm>
            <a:off x="9558465" y="3206858"/>
            <a:ext cx="1806448" cy="1806448"/>
          </a:xfrm>
          <a:prstGeom prst="donut">
            <a:avLst>
              <a:gd fmla="val 3554"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5"/>
            </a:endParaRPr>
          </a:p>
        </p:txBody>
      </p:sp>
      <p:sp>
        <p:nvSpPr>
          <p:cNvPr id="278" name="Google Shape;278;p21"/>
          <p:cNvSpPr txBox="1"/>
          <p:nvPr>
            <p:ph type="title"/>
          </p:nvPr>
        </p:nvSpPr>
        <p:spPr>
          <a:xfrm>
            <a:off x="547688" y="510913"/>
            <a:ext cx="1082040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21"/>
          <p:cNvSpPr txBox="1"/>
          <p:nvPr>
            <p:ph idx="16"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280" name="Google Shape;280;p21"/>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Five Icons">
  <p:cSld name="24_Five Icons">
    <p:spTree>
      <p:nvGrpSpPr>
        <p:cNvPr id="281" name="Shape 281"/>
        <p:cNvGrpSpPr/>
        <p:nvPr/>
      </p:nvGrpSpPr>
      <p:grpSpPr>
        <a:xfrm>
          <a:off x="0" y="0"/>
          <a:ext cx="0" cy="0"/>
          <a:chOff x="0" y="0"/>
          <a:chExt cx="0" cy="0"/>
        </a:xfrm>
      </p:grpSpPr>
      <p:sp>
        <p:nvSpPr>
          <p:cNvPr id="282" name="Google Shape;282;p22"/>
          <p:cNvSpPr txBox="1"/>
          <p:nvPr>
            <p:ph idx="1" type="body"/>
          </p:nvPr>
        </p:nvSpPr>
        <p:spPr>
          <a:xfrm>
            <a:off x="549275" y="4935779"/>
            <a:ext cx="1779269" cy="1139584"/>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600"/>
              <a:buFont typeface="Arial"/>
              <a:buNone/>
              <a:defRPr sz="16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83" name="Google Shape;283;p22"/>
          <p:cNvSpPr txBox="1"/>
          <p:nvPr>
            <p:ph idx="2" type="body"/>
          </p:nvPr>
        </p:nvSpPr>
        <p:spPr>
          <a:xfrm>
            <a:off x="549275" y="2270341"/>
            <a:ext cx="1779268"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000"/>
              <a:buNone/>
              <a:defRPr b="1" sz="20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84" name="Google Shape;284;p22"/>
          <p:cNvSpPr txBox="1"/>
          <p:nvPr>
            <p:ph idx="3" type="body"/>
          </p:nvPr>
        </p:nvSpPr>
        <p:spPr>
          <a:xfrm>
            <a:off x="2874009" y="4935779"/>
            <a:ext cx="1783080" cy="1139584"/>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600"/>
              <a:buFont typeface="Arial"/>
              <a:buNone/>
              <a:defRPr sz="16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85" name="Google Shape;285;p22"/>
          <p:cNvSpPr txBox="1"/>
          <p:nvPr>
            <p:ph idx="4" type="body"/>
          </p:nvPr>
        </p:nvSpPr>
        <p:spPr>
          <a:xfrm>
            <a:off x="2874009" y="2270341"/>
            <a:ext cx="1783080"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000"/>
              <a:buFont typeface="Arial"/>
              <a:buNone/>
              <a:defRPr b="1" sz="20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86" name="Google Shape;286;p22"/>
          <p:cNvSpPr txBox="1"/>
          <p:nvPr>
            <p:ph idx="5" type="body"/>
          </p:nvPr>
        </p:nvSpPr>
        <p:spPr>
          <a:xfrm>
            <a:off x="5202554" y="4935779"/>
            <a:ext cx="1783080" cy="1139584"/>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600"/>
              <a:buFont typeface="Arial"/>
              <a:buNone/>
              <a:defRPr sz="16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87" name="Google Shape;287;p22"/>
          <p:cNvSpPr txBox="1"/>
          <p:nvPr>
            <p:ph idx="6" type="body"/>
          </p:nvPr>
        </p:nvSpPr>
        <p:spPr>
          <a:xfrm>
            <a:off x="5202554" y="2270341"/>
            <a:ext cx="1783080"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000"/>
              <a:buFont typeface="Arial"/>
              <a:buNone/>
              <a:defRPr b="1" sz="20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88" name="Google Shape;288;p22"/>
          <p:cNvSpPr txBox="1"/>
          <p:nvPr>
            <p:ph idx="7" type="body"/>
          </p:nvPr>
        </p:nvSpPr>
        <p:spPr>
          <a:xfrm>
            <a:off x="7531099" y="4935779"/>
            <a:ext cx="1783080" cy="1139584"/>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600"/>
              <a:buFont typeface="Arial"/>
              <a:buNone/>
              <a:defRPr sz="16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89" name="Google Shape;289;p22"/>
          <p:cNvSpPr txBox="1"/>
          <p:nvPr>
            <p:ph idx="8" type="body"/>
          </p:nvPr>
        </p:nvSpPr>
        <p:spPr>
          <a:xfrm>
            <a:off x="7531099" y="2270341"/>
            <a:ext cx="1783080"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000"/>
              <a:buFont typeface="Arial"/>
              <a:buNone/>
              <a:defRPr b="1" sz="20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90" name="Google Shape;290;p22"/>
          <p:cNvSpPr txBox="1"/>
          <p:nvPr>
            <p:ph idx="9" type="body"/>
          </p:nvPr>
        </p:nvSpPr>
        <p:spPr>
          <a:xfrm>
            <a:off x="9859644" y="4935779"/>
            <a:ext cx="1783080" cy="1139584"/>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600"/>
              <a:buNone/>
              <a:defRPr sz="16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91" name="Google Shape;291;p22"/>
          <p:cNvSpPr txBox="1"/>
          <p:nvPr>
            <p:ph idx="13" type="body"/>
          </p:nvPr>
        </p:nvSpPr>
        <p:spPr>
          <a:xfrm>
            <a:off x="9859644" y="2270341"/>
            <a:ext cx="1783080" cy="689420"/>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2000"/>
              <a:buFont typeface="Arial"/>
              <a:buNone/>
              <a:defRPr b="1" sz="20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292" name="Google Shape;292;p22"/>
          <p:cNvSpPr/>
          <p:nvPr>
            <p:ph idx="14" type="pic"/>
          </p:nvPr>
        </p:nvSpPr>
        <p:spPr>
          <a:xfrm>
            <a:off x="1056202" y="3520124"/>
            <a:ext cx="765414" cy="763546"/>
          </a:xfrm>
          <a:prstGeom prst="rect">
            <a:avLst/>
          </a:prstGeom>
          <a:noFill/>
          <a:ln>
            <a:noFill/>
          </a:ln>
        </p:spPr>
      </p:sp>
      <p:sp>
        <p:nvSpPr>
          <p:cNvPr id="293" name="Google Shape;293;p22"/>
          <p:cNvSpPr/>
          <p:nvPr>
            <p:ph idx="15" type="pic"/>
          </p:nvPr>
        </p:nvSpPr>
        <p:spPr>
          <a:xfrm>
            <a:off x="3382842" y="3520124"/>
            <a:ext cx="765414" cy="763546"/>
          </a:xfrm>
          <a:prstGeom prst="rect">
            <a:avLst/>
          </a:prstGeom>
          <a:noFill/>
          <a:ln>
            <a:noFill/>
          </a:ln>
        </p:spPr>
      </p:sp>
      <p:sp>
        <p:nvSpPr>
          <p:cNvPr id="294" name="Google Shape;294;p22"/>
          <p:cNvSpPr/>
          <p:nvPr>
            <p:ph idx="16" type="pic"/>
          </p:nvPr>
        </p:nvSpPr>
        <p:spPr>
          <a:xfrm>
            <a:off x="5711387" y="3520124"/>
            <a:ext cx="765414" cy="763546"/>
          </a:xfrm>
          <a:prstGeom prst="rect">
            <a:avLst/>
          </a:prstGeom>
          <a:noFill/>
          <a:ln>
            <a:noFill/>
          </a:ln>
        </p:spPr>
      </p:sp>
      <p:sp>
        <p:nvSpPr>
          <p:cNvPr id="295" name="Google Shape;295;p22"/>
          <p:cNvSpPr/>
          <p:nvPr>
            <p:ph idx="17" type="pic"/>
          </p:nvPr>
        </p:nvSpPr>
        <p:spPr>
          <a:xfrm>
            <a:off x="8039932" y="3520124"/>
            <a:ext cx="765414" cy="763546"/>
          </a:xfrm>
          <a:prstGeom prst="rect">
            <a:avLst/>
          </a:prstGeom>
          <a:noFill/>
          <a:ln>
            <a:noFill/>
          </a:ln>
        </p:spPr>
      </p:sp>
      <p:sp>
        <p:nvSpPr>
          <p:cNvPr id="296" name="Google Shape;296;p22"/>
          <p:cNvSpPr/>
          <p:nvPr>
            <p:ph idx="18" type="pic"/>
          </p:nvPr>
        </p:nvSpPr>
        <p:spPr>
          <a:xfrm>
            <a:off x="10368477" y="3520124"/>
            <a:ext cx="765414" cy="763546"/>
          </a:xfrm>
          <a:prstGeom prst="rect">
            <a:avLst/>
          </a:prstGeom>
          <a:noFill/>
          <a:ln>
            <a:noFill/>
          </a:ln>
        </p:spPr>
      </p:sp>
      <p:sp>
        <p:nvSpPr>
          <p:cNvPr id="297" name="Google Shape;297;p22"/>
          <p:cNvSpPr/>
          <p:nvPr/>
        </p:nvSpPr>
        <p:spPr>
          <a:xfrm>
            <a:off x="708779" y="3163054"/>
            <a:ext cx="1460261" cy="1460261"/>
          </a:xfrm>
          <a:prstGeom prst="donut">
            <a:avLst>
              <a:gd fmla="val 3775"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2"/>
            </a:endParaRPr>
          </a:p>
        </p:txBody>
      </p:sp>
      <p:sp>
        <p:nvSpPr>
          <p:cNvPr id="298" name="Google Shape;298;p22"/>
          <p:cNvSpPr/>
          <p:nvPr/>
        </p:nvSpPr>
        <p:spPr>
          <a:xfrm>
            <a:off x="3035419" y="3163054"/>
            <a:ext cx="1460261" cy="1460261"/>
          </a:xfrm>
          <a:prstGeom prst="donut">
            <a:avLst>
              <a:gd fmla="val 3775"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3"/>
            </a:endParaRPr>
          </a:p>
        </p:txBody>
      </p:sp>
      <p:sp>
        <p:nvSpPr>
          <p:cNvPr id="299" name="Google Shape;299;p22"/>
          <p:cNvSpPr/>
          <p:nvPr/>
        </p:nvSpPr>
        <p:spPr>
          <a:xfrm>
            <a:off x="5363964" y="3163054"/>
            <a:ext cx="1460261" cy="1460261"/>
          </a:xfrm>
          <a:prstGeom prst="donut">
            <a:avLst>
              <a:gd fmla="val 3775"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4"/>
            </a:endParaRPr>
          </a:p>
        </p:txBody>
      </p:sp>
      <p:sp>
        <p:nvSpPr>
          <p:cNvPr id="300" name="Google Shape;300;p22"/>
          <p:cNvSpPr/>
          <p:nvPr/>
        </p:nvSpPr>
        <p:spPr>
          <a:xfrm>
            <a:off x="7692509" y="3163054"/>
            <a:ext cx="1460261" cy="1460261"/>
          </a:xfrm>
          <a:prstGeom prst="donut">
            <a:avLst>
              <a:gd fmla="val 3775"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5"/>
            </a:endParaRPr>
          </a:p>
        </p:txBody>
      </p:sp>
      <p:sp>
        <p:nvSpPr>
          <p:cNvPr id="301" name="Google Shape;301;p22"/>
          <p:cNvSpPr/>
          <p:nvPr/>
        </p:nvSpPr>
        <p:spPr>
          <a:xfrm>
            <a:off x="10021054" y="3163054"/>
            <a:ext cx="1460261" cy="1460261"/>
          </a:xfrm>
          <a:prstGeom prst="donut">
            <a:avLst>
              <a:gd fmla="val 3775"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6"/>
            </a:endParaRPr>
          </a:p>
        </p:txBody>
      </p:sp>
      <p:sp>
        <p:nvSpPr>
          <p:cNvPr id="302" name="Google Shape;302;p22"/>
          <p:cNvSpPr txBox="1"/>
          <p:nvPr>
            <p:ph type="title"/>
          </p:nvPr>
        </p:nvSpPr>
        <p:spPr>
          <a:xfrm>
            <a:off x="547688" y="510913"/>
            <a:ext cx="1082040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3" name="Google Shape;303;p22"/>
          <p:cNvSpPr txBox="1"/>
          <p:nvPr>
            <p:ph idx="19"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304" name="Google Shape;304;p22"/>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Four Stats">
  <p:cSld name="25_Four Stats">
    <p:spTree>
      <p:nvGrpSpPr>
        <p:cNvPr id="305" name="Shape 305"/>
        <p:cNvGrpSpPr/>
        <p:nvPr/>
      </p:nvGrpSpPr>
      <p:grpSpPr>
        <a:xfrm>
          <a:off x="0" y="0"/>
          <a:ext cx="0" cy="0"/>
          <a:chOff x="0" y="0"/>
          <a:chExt cx="0" cy="0"/>
        </a:xfrm>
      </p:grpSpPr>
      <p:sp>
        <p:nvSpPr>
          <p:cNvPr id="306" name="Google Shape;306;p23"/>
          <p:cNvSpPr/>
          <p:nvPr/>
        </p:nvSpPr>
        <p:spPr>
          <a:xfrm>
            <a:off x="547688" y="3618186"/>
            <a:ext cx="2359152" cy="7371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07" name="Google Shape;307;p23"/>
          <p:cNvSpPr/>
          <p:nvPr/>
        </p:nvSpPr>
        <p:spPr>
          <a:xfrm>
            <a:off x="3459650" y="3618186"/>
            <a:ext cx="2359152" cy="7371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08" name="Google Shape;308;p23"/>
          <p:cNvSpPr/>
          <p:nvPr/>
        </p:nvSpPr>
        <p:spPr>
          <a:xfrm>
            <a:off x="6371612" y="3618186"/>
            <a:ext cx="2359152" cy="7371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09" name="Google Shape;309;p23"/>
          <p:cNvSpPr/>
          <p:nvPr/>
        </p:nvSpPr>
        <p:spPr>
          <a:xfrm>
            <a:off x="9283574" y="3618186"/>
            <a:ext cx="2359152" cy="7371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10" name="Google Shape;310;p23"/>
          <p:cNvSpPr txBox="1"/>
          <p:nvPr>
            <p:ph idx="1" type="body"/>
          </p:nvPr>
        </p:nvSpPr>
        <p:spPr>
          <a:xfrm>
            <a:off x="547688" y="2642503"/>
            <a:ext cx="2362200" cy="886397"/>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6000"/>
              <a:buNone/>
              <a:defRPr b="1" sz="6000">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311" name="Google Shape;311;p23"/>
          <p:cNvSpPr txBox="1"/>
          <p:nvPr>
            <p:ph idx="2" type="body"/>
          </p:nvPr>
        </p:nvSpPr>
        <p:spPr>
          <a:xfrm>
            <a:off x="547688" y="3963673"/>
            <a:ext cx="2359152" cy="1636685"/>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312" name="Google Shape;312;p23"/>
          <p:cNvSpPr txBox="1"/>
          <p:nvPr>
            <p:ph idx="3" type="body"/>
          </p:nvPr>
        </p:nvSpPr>
        <p:spPr>
          <a:xfrm>
            <a:off x="3461682" y="2642503"/>
            <a:ext cx="2359152" cy="886397"/>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6000"/>
              <a:buNone/>
              <a:defRPr b="1" sz="6000">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313" name="Google Shape;313;p23"/>
          <p:cNvSpPr txBox="1"/>
          <p:nvPr>
            <p:ph idx="4" type="body"/>
          </p:nvPr>
        </p:nvSpPr>
        <p:spPr>
          <a:xfrm>
            <a:off x="3459650" y="3963673"/>
            <a:ext cx="2359152" cy="1636685"/>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314" name="Google Shape;314;p23"/>
          <p:cNvSpPr txBox="1"/>
          <p:nvPr>
            <p:ph idx="5" type="body"/>
          </p:nvPr>
        </p:nvSpPr>
        <p:spPr>
          <a:xfrm>
            <a:off x="6372628" y="2642503"/>
            <a:ext cx="2359152" cy="886397"/>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6000"/>
              <a:buNone/>
              <a:defRPr b="1" sz="6000">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315" name="Google Shape;315;p23"/>
          <p:cNvSpPr txBox="1"/>
          <p:nvPr>
            <p:ph idx="6" type="body"/>
          </p:nvPr>
        </p:nvSpPr>
        <p:spPr>
          <a:xfrm>
            <a:off x="6371612" y="3963673"/>
            <a:ext cx="2359152" cy="1636685"/>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316" name="Google Shape;316;p23"/>
          <p:cNvSpPr txBox="1"/>
          <p:nvPr>
            <p:ph idx="7" type="body"/>
          </p:nvPr>
        </p:nvSpPr>
        <p:spPr>
          <a:xfrm>
            <a:off x="9283574" y="2642503"/>
            <a:ext cx="2359152" cy="886397"/>
          </a:xfrm>
          <a:prstGeom prst="rect">
            <a:avLst/>
          </a:prstGeom>
          <a:noFill/>
          <a:ln>
            <a:noFill/>
          </a:ln>
        </p:spPr>
        <p:txBody>
          <a:bodyPr anchorCtr="0" anchor="b" bIns="0" lIns="0" spcFirstLastPara="1" rIns="0" wrap="square" tIns="0">
            <a:noAutofit/>
          </a:bodyPr>
          <a:lstStyle>
            <a:lvl1pPr indent="-228600" lvl="0" marL="457200" algn="ctr">
              <a:lnSpc>
                <a:spcPct val="80000"/>
              </a:lnSpc>
              <a:spcBef>
                <a:spcPts val="0"/>
              </a:spcBef>
              <a:spcAft>
                <a:spcPts val="0"/>
              </a:spcAft>
              <a:buClr>
                <a:schemeClr val="dk1"/>
              </a:buClr>
              <a:buSzPts val="6000"/>
              <a:buNone/>
              <a:defRPr b="1" sz="6000">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317" name="Google Shape;317;p23"/>
          <p:cNvSpPr txBox="1"/>
          <p:nvPr>
            <p:ph idx="8" type="body"/>
          </p:nvPr>
        </p:nvSpPr>
        <p:spPr>
          <a:xfrm>
            <a:off x="9283574" y="3963673"/>
            <a:ext cx="2359152" cy="1636685"/>
          </a:xfrm>
          <a:prstGeom prst="rect">
            <a:avLst/>
          </a:prstGeom>
          <a:noFill/>
          <a:ln>
            <a:noFill/>
          </a:ln>
        </p:spPr>
        <p:txBody>
          <a:bodyPr anchorCtr="0" anchor="t" bIns="0" lIns="0" spcFirstLastPara="1" rIns="0" wrap="square" tIns="0">
            <a:noAutofit/>
          </a:bodyPr>
          <a:lstStyle>
            <a:lvl1pPr indent="-228600" lvl="0" marL="457200" algn="ctr">
              <a:lnSpc>
                <a:spcPct val="80000"/>
              </a:lnSpc>
              <a:spcBef>
                <a:spcPts val="0"/>
              </a:spcBef>
              <a:spcAft>
                <a:spcPts val="0"/>
              </a:spcAft>
              <a:buClr>
                <a:schemeClr val="dk1"/>
              </a:buClr>
              <a:buSzPts val="1800"/>
              <a:buNone/>
              <a:defRPr sz="1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1400"/>
              <a:buNone/>
              <a:defRPr sz="1400"/>
            </a:lvl2pPr>
            <a:lvl3pPr indent="-228600" lvl="2" marL="1371600" algn="l">
              <a:lnSpc>
                <a:spcPct val="85000"/>
              </a:lnSpc>
              <a:spcBef>
                <a:spcPts val="400"/>
              </a:spcBef>
              <a:spcAft>
                <a:spcPts val="0"/>
              </a:spcAft>
              <a:buClr>
                <a:schemeClr val="dk1"/>
              </a:buClr>
              <a:buSzPts val="1200"/>
              <a:buNone/>
              <a:defRPr sz="1200"/>
            </a:lvl3pPr>
            <a:lvl4pPr indent="-228600" lvl="3" marL="1828800" algn="l">
              <a:lnSpc>
                <a:spcPct val="90000"/>
              </a:lnSpc>
              <a:spcBef>
                <a:spcPts val="1200"/>
              </a:spcBef>
              <a:spcAft>
                <a:spcPts val="0"/>
              </a:spcAft>
              <a:buClr>
                <a:schemeClr val="dk1"/>
              </a:buClr>
              <a:buSzPts val="1000"/>
              <a:buNone/>
              <a:defRPr sz="1000"/>
            </a:lvl4pPr>
            <a:lvl5pPr indent="-228600" lvl="4" marL="2286000" algn="l">
              <a:lnSpc>
                <a:spcPct val="90000"/>
              </a:lnSpc>
              <a:spcBef>
                <a:spcPts val="0"/>
              </a:spcBef>
              <a:spcAft>
                <a:spcPts val="0"/>
              </a:spcAft>
              <a:buClr>
                <a:schemeClr val="accent1"/>
              </a:buClr>
              <a:buSzPts val="1000"/>
              <a:buNone/>
              <a:defRPr sz="1000"/>
            </a:lvl5pPr>
            <a:lvl6pPr indent="-228600" lvl="5" marL="2743200" algn="l">
              <a:lnSpc>
                <a:spcPct val="120000"/>
              </a:lnSpc>
              <a:spcBef>
                <a:spcPts val="800"/>
              </a:spcBef>
              <a:spcAft>
                <a:spcPts val="0"/>
              </a:spcAft>
              <a:buClr>
                <a:schemeClr val="dk1"/>
              </a:buClr>
              <a:buSzPts val="1000"/>
              <a:buNone/>
              <a:defRPr sz="1000"/>
            </a:lvl6pPr>
            <a:lvl7pPr indent="-228600" lvl="6" marL="3200400" algn="l">
              <a:lnSpc>
                <a:spcPct val="85000"/>
              </a:lnSpc>
              <a:spcBef>
                <a:spcPts val="600"/>
              </a:spcBef>
              <a:spcAft>
                <a:spcPts val="0"/>
              </a:spcAft>
              <a:buSzPts val="1000"/>
              <a:buNone/>
              <a:defRPr sz="1000"/>
            </a:lvl7pPr>
            <a:lvl8pPr indent="-228600" lvl="7" marL="3657600" algn="l">
              <a:lnSpc>
                <a:spcPct val="100000"/>
              </a:lnSpc>
              <a:spcBef>
                <a:spcPts val="1200"/>
              </a:spcBef>
              <a:spcAft>
                <a:spcPts val="0"/>
              </a:spcAft>
              <a:buClr>
                <a:schemeClr val="dk1"/>
              </a:buClr>
              <a:buSzPts val="1000"/>
              <a:buNone/>
              <a:defRPr sz="1000"/>
            </a:lvl8pPr>
            <a:lvl9pPr indent="-228600" lvl="8" marL="4114800" algn="l">
              <a:lnSpc>
                <a:spcPct val="85000"/>
              </a:lnSpc>
              <a:spcBef>
                <a:spcPts val="600"/>
              </a:spcBef>
              <a:spcAft>
                <a:spcPts val="1200"/>
              </a:spcAft>
              <a:buSzPts val="1000"/>
              <a:buNone/>
              <a:defRPr sz="1000"/>
            </a:lvl9pPr>
          </a:lstStyle>
          <a:p/>
        </p:txBody>
      </p:sp>
      <p:sp>
        <p:nvSpPr>
          <p:cNvPr id="318" name="Google Shape;318;p23"/>
          <p:cNvSpPr txBox="1"/>
          <p:nvPr>
            <p:ph type="title"/>
          </p:nvPr>
        </p:nvSpPr>
        <p:spPr>
          <a:xfrm>
            <a:off x="547688" y="510913"/>
            <a:ext cx="10820400" cy="88966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9" name="Google Shape;319;p23"/>
          <p:cNvSpPr txBox="1"/>
          <p:nvPr>
            <p:ph idx="9" type="body"/>
          </p:nvPr>
        </p:nvSpPr>
        <p:spPr>
          <a:xfrm>
            <a:off x="549276" y="1787175"/>
            <a:ext cx="11093450"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320" name="Google Shape;320;p23"/>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Narrow Title One Column" showMasterSp="0">
  <p:cSld name="10_Narrow Title One Column">
    <p:spTree>
      <p:nvGrpSpPr>
        <p:cNvPr id="321" name="Shape 321"/>
        <p:cNvGrpSpPr/>
        <p:nvPr/>
      </p:nvGrpSpPr>
      <p:grpSpPr>
        <a:xfrm>
          <a:off x="0" y="0"/>
          <a:ext cx="0" cy="0"/>
          <a:chOff x="0" y="0"/>
          <a:chExt cx="0" cy="0"/>
        </a:xfrm>
      </p:grpSpPr>
      <p:sp>
        <p:nvSpPr>
          <p:cNvPr id="322" name="Google Shape;322;p24"/>
          <p:cNvSpPr txBox="1"/>
          <p:nvPr>
            <p:ph type="title"/>
          </p:nvPr>
        </p:nvSpPr>
        <p:spPr>
          <a:xfrm>
            <a:off x="549275" y="269289"/>
            <a:ext cx="11093450" cy="738664"/>
          </a:xfrm>
          <a:prstGeom prst="rect">
            <a:avLst/>
          </a:prstGeom>
          <a:noFill/>
          <a:ln>
            <a:noFill/>
          </a:ln>
        </p:spPr>
        <p:txBody>
          <a:bodyPr anchorCtr="0" anchor="b" bIns="91425" lIns="0" spcFirstLastPara="1" rIns="0" wrap="square" tIns="91425">
            <a:spAutoFit/>
          </a:bodyPr>
          <a:lstStyle>
            <a:lvl1pPr lvl="0" algn="l">
              <a:lnSpc>
                <a:spcPct val="10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24"/>
          <p:cNvSpPr/>
          <p:nvPr/>
        </p:nvSpPr>
        <p:spPr>
          <a:xfrm>
            <a:off x="-1" y="-2"/>
            <a:ext cx="12192000" cy="6858000"/>
          </a:xfrm>
          <a:custGeom>
            <a:rect b="b" l="l" r="r" t="t"/>
            <a:pathLst>
              <a:path extrusionOk="0" h="6858000" w="12192000">
                <a:moveTo>
                  <a:pt x="274320" y="274324"/>
                </a:moveTo>
                <a:lnTo>
                  <a:pt x="274320" y="1020309"/>
                </a:lnTo>
                <a:lnTo>
                  <a:pt x="11570536" y="1020309"/>
                </a:lnTo>
                <a:lnTo>
                  <a:pt x="11917365" y="576961"/>
                </a:lnTo>
                <a:lnTo>
                  <a:pt x="11917365" y="274324"/>
                </a:lnTo>
                <a:close/>
                <a:moveTo>
                  <a:pt x="0" y="0"/>
                </a:moveTo>
                <a:lnTo>
                  <a:pt x="12192000" y="0"/>
                </a:lnTo>
                <a:lnTo>
                  <a:pt x="12192000" y="5915222"/>
                </a:lnTo>
                <a:lnTo>
                  <a:pt x="1145447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24" name="Google Shape;324;p24"/>
          <p:cNvSpPr txBox="1"/>
          <p:nvPr>
            <p:ph idx="1" type="body"/>
          </p:nvPr>
        </p:nvSpPr>
        <p:spPr>
          <a:xfrm>
            <a:off x="550864" y="1784350"/>
            <a:ext cx="11091862" cy="429101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325" name="Google Shape;325;p24"/>
          <p:cNvSpPr txBox="1"/>
          <p:nvPr>
            <p:ph idx="2" type="body"/>
          </p:nvPr>
        </p:nvSpPr>
        <p:spPr>
          <a:xfrm>
            <a:off x="550864" y="1144857"/>
            <a:ext cx="11091862"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326" name="Google Shape;326;p24"/>
          <p:cNvSpPr/>
          <p:nvPr/>
        </p:nvSpPr>
        <p:spPr>
          <a:xfrm>
            <a:off x="390356" y="355516"/>
            <a:ext cx="75877" cy="582679"/>
          </a:xfrm>
          <a:custGeom>
            <a:rect b="b" l="l" r="r" t="t"/>
            <a:pathLst>
              <a:path extrusionOk="0" h="582679" w="75877">
                <a:moveTo>
                  <a:pt x="7506" y="537183"/>
                </a:moveTo>
                <a:lnTo>
                  <a:pt x="72878" y="574920"/>
                </a:lnTo>
                <a:lnTo>
                  <a:pt x="68401" y="582679"/>
                </a:lnTo>
                <a:lnTo>
                  <a:pt x="3029" y="544943"/>
                </a:lnTo>
                <a:close/>
                <a:moveTo>
                  <a:pt x="4014" y="453278"/>
                </a:moveTo>
                <a:lnTo>
                  <a:pt x="74937" y="479093"/>
                </a:lnTo>
                <a:lnTo>
                  <a:pt x="71878" y="487509"/>
                </a:lnTo>
                <a:lnTo>
                  <a:pt x="955" y="461694"/>
                </a:lnTo>
                <a:close/>
                <a:moveTo>
                  <a:pt x="1552" y="369896"/>
                </a:moveTo>
                <a:lnTo>
                  <a:pt x="75877" y="382997"/>
                </a:lnTo>
                <a:lnTo>
                  <a:pt x="74325" y="391816"/>
                </a:lnTo>
                <a:lnTo>
                  <a:pt x="0" y="378714"/>
                </a:lnTo>
                <a:close/>
                <a:moveTo>
                  <a:pt x="209" y="286856"/>
                </a:moveTo>
                <a:lnTo>
                  <a:pt x="75683" y="286856"/>
                </a:lnTo>
                <a:lnTo>
                  <a:pt x="75683" y="295809"/>
                </a:lnTo>
                <a:lnTo>
                  <a:pt x="209" y="295809"/>
                </a:lnTo>
                <a:close/>
                <a:moveTo>
                  <a:pt x="74325" y="190849"/>
                </a:moveTo>
                <a:lnTo>
                  <a:pt x="75877" y="199668"/>
                </a:lnTo>
                <a:lnTo>
                  <a:pt x="1552" y="212770"/>
                </a:lnTo>
                <a:lnTo>
                  <a:pt x="0" y="203951"/>
                </a:lnTo>
                <a:close/>
                <a:moveTo>
                  <a:pt x="71878" y="95156"/>
                </a:moveTo>
                <a:lnTo>
                  <a:pt x="74937" y="103572"/>
                </a:lnTo>
                <a:lnTo>
                  <a:pt x="4014" y="129387"/>
                </a:lnTo>
                <a:lnTo>
                  <a:pt x="955" y="120971"/>
                </a:lnTo>
                <a:close/>
                <a:moveTo>
                  <a:pt x="68401" y="0"/>
                </a:moveTo>
                <a:lnTo>
                  <a:pt x="72878" y="7760"/>
                </a:lnTo>
                <a:lnTo>
                  <a:pt x="7506" y="45497"/>
                </a:lnTo>
                <a:lnTo>
                  <a:pt x="3029" y="3773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327" name="Google Shape;327;p24"/>
          <p:cNvGrpSpPr/>
          <p:nvPr/>
        </p:nvGrpSpPr>
        <p:grpSpPr>
          <a:xfrm>
            <a:off x="274638" y="6348413"/>
            <a:ext cx="939139" cy="235263"/>
            <a:chOff x="10573833" y="4992967"/>
            <a:chExt cx="923543" cy="231356"/>
          </a:xfrm>
        </p:grpSpPr>
        <p:sp>
          <p:nvSpPr>
            <p:cNvPr id="328" name="Google Shape;328;p24"/>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329" name="Google Shape;329;p24"/>
            <p:cNvGrpSpPr/>
            <p:nvPr/>
          </p:nvGrpSpPr>
          <p:grpSpPr>
            <a:xfrm>
              <a:off x="10573833" y="4992967"/>
              <a:ext cx="878511" cy="231356"/>
              <a:chOff x="10573833" y="4992967"/>
              <a:chExt cx="878511" cy="231356"/>
            </a:xfrm>
          </p:grpSpPr>
          <p:grpSp>
            <p:nvGrpSpPr>
              <p:cNvPr id="330" name="Google Shape;330;p24"/>
              <p:cNvGrpSpPr/>
              <p:nvPr/>
            </p:nvGrpSpPr>
            <p:grpSpPr>
              <a:xfrm>
                <a:off x="10573833" y="4992967"/>
                <a:ext cx="675627" cy="231356"/>
                <a:chOff x="10573833" y="4992967"/>
                <a:chExt cx="675627" cy="231356"/>
              </a:xfrm>
            </p:grpSpPr>
            <p:sp>
              <p:nvSpPr>
                <p:cNvPr id="331" name="Google Shape;331;p24"/>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32" name="Google Shape;332;p24"/>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33" name="Google Shape;333;p24"/>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34" name="Google Shape;334;p24"/>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35" name="Google Shape;335;p24"/>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36" name="Google Shape;336;p24"/>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337" name="Google Shape;337;p24"/>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338" name="Google Shape;338;p24"/>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339" name="Google Shape;339;p24"/>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Narrow Title Two Columns" showMasterSp="0">
  <p:cSld name="11_Narrow Title Two Columns">
    <p:spTree>
      <p:nvGrpSpPr>
        <p:cNvPr id="340" name="Shape 340"/>
        <p:cNvGrpSpPr/>
        <p:nvPr/>
      </p:nvGrpSpPr>
      <p:grpSpPr>
        <a:xfrm>
          <a:off x="0" y="0"/>
          <a:ext cx="0" cy="0"/>
          <a:chOff x="0" y="0"/>
          <a:chExt cx="0" cy="0"/>
        </a:xfrm>
      </p:grpSpPr>
      <p:sp>
        <p:nvSpPr>
          <p:cNvPr id="341" name="Google Shape;341;p25"/>
          <p:cNvSpPr txBox="1"/>
          <p:nvPr>
            <p:ph type="title"/>
          </p:nvPr>
        </p:nvSpPr>
        <p:spPr>
          <a:xfrm>
            <a:off x="549275" y="281645"/>
            <a:ext cx="11093450" cy="738664"/>
          </a:xfrm>
          <a:prstGeom prst="rect">
            <a:avLst/>
          </a:prstGeom>
          <a:noFill/>
          <a:ln>
            <a:noFill/>
          </a:ln>
        </p:spPr>
        <p:txBody>
          <a:bodyPr anchorCtr="0" anchor="t" bIns="91425" lIns="0" spcFirstLastPara="1" rIns="0" wrap="square" tIns="91425">
            <a:spAutoFit/>
          </a:bodyPr>
          <a:lstStyle>
            <a:lvl1pPr lvl="0" algn="l">
              <a:lnSpc>
                <a:spcPct val="10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25"/>
          <p:cNvSpPr/>
          <p:nvPr/>
        </p:nvSpPr>
        <p:spPr>
          <a:xfrm>
            <a:off x="-1" y="-2"/>
            <a:ext cx="12192000" cy="6858000"/>
          </a:xfrm>
          <a:custGeom>
            <a:rect b="b" l="l" r="r" t="t"/>
            <a:pathLst>
              <a:path extrusionOk="0" h="6858000" w="12192000">
                <a:moveTo>
                  <a:pt x="274320" y="274324"/>
                </a:moveTo>
                <a:lnTo>
                  <a:pt x="274320" y="1020309"/>
                </a:lnTo>
                <a:lnTo>
                  <a:pt x="11570536" y="1020309"/>
                </a:lnTo>
                <a:lnTo>
                  <a:pt x="11917365" y="576961"/>
                </a:lnTo>
                <a:lnTo>
                  <a:pt x="11917365" y="274324"/>
                </a:lnTo>
                <a:close/>
                <a:moveTo>
                  <a:pt x="0" y="0"/>
                </a:moveTo>
                <a:lnTo>
                  <a:pt x="12192000" y="0"/>
                </a:lnTo>
                <a:lnTo>
                  <a:pt x="12192000" y="5915222"/>
                </a:lnTo>
                <a:lnTo>
                  <a:pt x="1145447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43" name="Google Shape;343;p25"/>
          <p:cNvSpPr txBox="1"/>
          <p:nvPr>
            <p:ph idx="1" type="body"/>
          </p:nvPr>
        </p:nvSpPr>
        <p:spPr>
          <a:xfrm>
            <a:off x="550864" y="1144857"/>
            <a:ext cx="11091862"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344" name="Google Shape;344;p25"/>
          <p:cNvSpPr txBox="1"/>
          <p:nvPr>
            <p:ph idx="2" type="body"/>
          </p:nvPr>
        </p:nvSpPr>
        <p:spPr>
          <a:xfrm>
            <a:off x="549274" y="1784351"/>
            <a:ext cx="5272089" cy="4291012"/>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345" name="Google Shape;345;p25"/>
          <p:cNvSpPr txBox="1"/>
          <p:nvPr>
            <p:ph idx="3" type="body"/>
          </p:nvPr>
        </p:nvSpPr>
        <p:spPr>
          <a:xfrm>
            <a:off x="6370640" y="1784351"/>
            <a:ext cx="5272086" cy="4291012"/>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346" name="Google Shape;346;p25"/>
          <p:cNvSpPr/>
          <p:nvPr/>
        </p:nvSpPr>
        <p:spPr>
          <a:xfrm>
            <a:off x="390356" y="355516"/>
            <a:ext cx="75877" cy="582679"/>
          </a:xfrm>
          <a:custGeom>
            <a:rect b="b" l="l" r="r" t="t"/>
            <a:pathLst>
              <a:path extrusionOk="0" h="582679" w="75877">
                <a:moveTo>
                  <a:pt x="7506" y="537183"/>
                </a:moveTo>
                <a:lnTo>
                  <a:pt x="72878" y="574920"/>
                </a:lnTo>
                <a:lnTo>
                  <a:pt x="68401" y="582679"/>
                </a:lnTo>
                <a:lnTo>
                  <a:pt x="3029" y="544943"/>
                </a:lnTo>
                <a:close/>
                <a:moveTo>
                  <a:pt x="4014" y="453278"/>
                </a:moveTo>
                <a:lnTo>
                  <a:pt x="74937" y="479093"/>
                </a:lnTo>
                <a:lnTo>
                  <a:pt x="71878" y="487509"/>
                </a:lnTo>
                <a:lnTo>
                  <a:pt x="955" y="461694"/>
                </a:lnTo>
                <a:close/>
                <a:moveTo>
                  <a:pt x="1552" y="369896"/>
                </a:moveTo>
                <a:lnTo>
                  <a:pt x="75877" y="382997"/>
                </a:lnTo>
                <a:lnTo>
                  <a:pt x="74325" y="391816"/>
                </a:lnTo>
                <a:lnTo>
                  <a:pt x="0" y="378714"/>
                </a:lnTo>
                <a:close/>
                <a:moveTo>
                  <a:pt x="209" y="286856"/>
                </a:moveTo>
                <a:lnTo>
                  <a:pt x="75683" y="286856"/>
                </a:lnTo>
                <a:lnTo>
                  <a:pt x="75683" y="295809"/>
                </a:lnTo>
                <a:lnTo>
                  <a:pt x="209" y="295809"/>
                </a:lnTo>
                <a:close/>
                <a:moveTo>
                  <a:pt x="74325" y="190849"/>
                </a:moveTo>
                <a:lnTo>
                  <a:pt x="75877" y="199668"/>
                </a:lnTo>
                <a:lnTo>
                  <a:pt x="1552" y="212770"/>
                </a:lnTo>
                <a:lnTo>
                  <a:pt x="0" y="203951"/>
                </a:lnTo>
                <a:close/>
                <a:moveTo>
                  <a:pt x="71878" y="95156"/>
                </a:moveTo>
                <a:lnTo>
                  <a:pt x="74937" y="103572"/>
                </a:lnTo>
                <a:lnTo>
                  <a:pt x="4014" y="129387"/>
                </a:lnTo>
                <a:lnTo>
                  <a:pt x="955" y="120971"/>
                </a:lnTo>
                <a:close/>
                <a:moveTo>
                  <a:pt x="68401" y="0"/>
                </a:moveTo>
                <a:lnTo>
                  <a:pt x="72878" y="7760"/>
                </a:lnTo>
                <a:lnTo>
                  <a:pt x="7506" y="45497"/>
                </a:lnTo>
                <a:lnTo>
                  <a:pt x="3029" y="3773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347" name="Google Shape;347;p25"/>
          <p:cNvGrpSpPr/>
          <p:nvPr/>
        </p:nvGrpSpPr>
        <p:grpSpPr>
          <a:xfrm>
            <a:off x="274638" y="6348413"/>
            <a:ext cx="939139" cy="235263"/>
            <a:chOff x="10573833" y="4992967"/>
            <a:chExt cx="923543" cy="231356"/>
          </a:xfrm>
        </p:grpSpPr>
        <p:sp>
          <p:nvSpPr>
            <p:cNvPr id="348" name="Google Shape;348;p25"/>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349" name="Google Shape;349;p25"/>
            <p:cNvGrpSpPr/>
            <p:nvPr/>
          </p:nvGrpSpPr>
          <p:grpSpPr>
            <a:xfrm>
              <a:off x="10573833" y="4992967"/>
              <a:ext cx="878511" cy="231356"/>
              <a:chOff x="10573833" y="4992967"/>
              <a:chExt cx="878511" cy="231356"/>
            </a:xfrm>
          </p:grpSpPr>
          <p:grpSp>
            <p:nvGrpSpPr>
              <p:cNvPr id="350" name="Google Shape;350;p25"/>
              <p:cNvGrpSpPr/>
              <p:nvPr/>
            </p:nvGrpSpPr>
            <p:grpSpPr>
              <a:xfrm>
                <a:off x="10573833" y="4992967"/>
                <a:ext cx="675627" cy="231356"/>
                <a:chOff x="10573833" y="4992967"/>
                <a:chExt cx="675627" cy="231356"/>
              </a:xfrm>
            </p:grpSpPr>
            <p:sp>
              <p:nvSpPr>
                <p:cNvPr id="351" name="Google Shape;351;p25"/>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52" name="Google Shape;352;p25"/>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53" name="Google Shape;353;p25"/>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54" name="Google Shape;354;p25"/>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55" name="Google Shape;355;p25"/>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56" name="Google Shape;356;p25"/>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357" name="Google Shape;357;p25"/>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358" name="Google Shape;358;p25"/>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a:t>
            </a:r>
            <a:r>
              <a:rPr lang="en-US" sz="600">
                <a:solidFill>
                  <a:srgbClr val="808080"/>
                </a:solidFill>
                <a:latin typeface="Montserrat"/>
                <a:ea typeface="Montserrat"/>
                <a:cs typeface="Montserrat"/>
                <a:sym typeface="Montserrat"/>
              </a:rPr>
              <a:t> Musarubra US LLC. |  All Rights Reserved - Trellix Confidential </a:t>
            </a:r>
            <a:endParaRPr sz="600">
              <a:solidFill>
                <a:schemeClr val="dk1"/>
              </a:solidFill>
              <a:latin typeface="Montserrat"/>
              <a:ea typeface="Montserrat"/>
              <a:cs typeface="Montserrat"/>
              <a:sym typeface="Montserrat"/>
            </a:endParaRPr>
          </a:p>
        </p:txBody>
      </p:sp>
      <p:sp>
        <p:nvSpPr>
          <p:cNvPr id="359" name="Google Shape;359;p25"/>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chemeClr val="accent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Quote" showMasterSp="0">
  <p:cSld name="26_Quote">
    <p:spTree>
      <p:nvGrpSpPr>
        <p:cNvPr id="360" name="Shape 360"/>
        <p:cNvGrpSpPr/>
        <p:nvPr/>
      </p:nvGrpSpPr>
      <p:grpSpPr>
        <a:xfrm>
          <a:off x="0" y="0"/>
          <a:ext cx="0" cy="0"/>
          <a:chOff x="0" y="0"/>
          <a:chExt cx="0" cy="0"/>
        </a:xfrm>
      </p:grpSpPr>
      <p:sp>
        <p:nvSpPr>
          <p:cNvPr id="361" name="Google Shape;361;p26"/>
          <p:cNvSpPr txBox="1"/>
          <p:nvPr>
            <p:ph idx="1" type="body"/>
          </p:nvPr>
        </p:nvSpPr>
        <p:spPr>
          <a:xfrm>
            <a:off x="547688" y="812801"/>
            <a:ext cx="9492755" cy="4902199"/>
          </a:xfrm>
          <a:prstGeom prst="rect">
            <a:avLst/>
          </a:prstGeom>
          <a:noFill/>
          <a:ln>
            <a:noFill/>
          </a:ln>
        </p:spPr>
        <p:txBody>
          <a:bodyPr anchorCtr="0" anchor="t" bIns="0" lIns="0" spcFirstLastPara="1" rIns="0" wrap="square" tIns="0">
            <a:normAutofit/>
          </a:bodyPr>
          <a:lstStyle>
            <a:lvl1pPr indent="-457200" lvl="0" marL="457200" algn="l">
              <a:lnSpc>
                <a:spcPct val="100000"/>
              </a:lnSpc>
              <a:spcBef>
                <a:spcPts val="600"/>
              </a:spcBef>
              <a:spcAft>
                <a:spcPts val="0"/>
              </a:spcAft>
              <a:buClr>
                <a:schemeClr val="lt1"/>
              </a:buClr>
              <a:buSzPts val="3600"/>
              <a:buFont typeface="Montserrat"/>
              <a:buChar char="“"/>
              <a:defRPr i="0" sz="3600">
                <a:solidFill>
                  <a:schemeClr val="lt1"/>
                </a:solidFill>
                <a:latin typeface="Montserrat"/>
                <a:ea typeface="Montserrat"/>
                <a:cs typeface="Montserrat"/>
                <a:sym typeface="Montserrat"/>
              </a:defRPr>
            </a:lvl1pPr>
            <a:lvl2pPr indent="-368300" lvl="1" marL="914400" algn="l">
              <a:lnSpc>
                <a:spcPct val="100000"/>
              </a:lnSpc>
              <a:spcBef>
                <a:spcPts val="1200"/>
              </a:spcBef>
              <a:spcAft>
                <a:spcPts val="0"/>
              </a:spcAft>
              <a:buSzPts val="2200"/>
              <a:buFont typeface="Arial"/>
              <a:buChar char="​"/>
              <a:defRPr b="1" sz="2200">
                <a:solidFill>
                  <a:schemeClr val="lt1"/>
                </a:solidFill>
                <a:latin typeface="Montserrat"/>
                <a:ea typeface="Montserrat"/>
                <a:cs typeface="Montserrat"/>
                <a:sym typeface="Montserrat"/>
              </a:defRPr>
            </a:lvl2pPr>
            <a:lvl3pPr indent="-368300" lvl="2" marL="1371600" algn="l">
              <a:lnSpc>
                <a:spcPct val="100000"/>
              </a:lnSpc>
              <a:spcBef>
                <a:spcPts val="1200"/>
              </a:spcBef>
              <a:spcAft>
                <a:spcPts val="0"/>
              </a:spcAft>
              <a:buClr>
                <a:schemeClr val="lt1"/>
              </a:buClr>
              <a:buSzPts val="2200"/>
              <a:buFont typeface="Arial"/>
              <a:buChar char="​"/>
              <a:defRPr b="1" sz="2200">
                <a:solidFill>
                  <a:schemeClr val="lt1"/>
                </a:solidFill>
                <a:latin typeface="Montserrat"/>
                <a:ea typeface="Montserrat"/>
                <a:cs typeface="Montserrat"/>
                <a:sym typeface="Montserrat"/>
              </a:defRPr>
            </a:lvl3pPr>
            <a:lvl4pPr indent="-368300" lvl="3" marL="1828800" algn="l">
              <a:lnSpc>
                <a:spcPct val="100000"/>
              </a:lnSpc>
              <a:spcBef>
                <a:spcPts val="1200"/>
              </a:spcBef>
              <a:spcAft>
                <a:spcPts val="0"/>
              </a:spcAft>
              <a:buClr>
                <a:schemeClr val="accent1"/>
              </a:buClr>
              <a:buSzPts val="2200"/>
              <a:buFont typeface="Arial"/>
              <a:buChar char="​"/>
              <a:defRPr b="1" sz="2200">
                <a:solidFill>
                  <a:schemeClr val="lt1"/>
                </a:solidFill>
                <a:latin typeface="Montserrat"/>
                <a:ea typeface="Montserrat"/>
                <a:cs typeface="Montserrat"/>
                <a:sym typeface="Montserrat"/>
              </a:defRPr>
            </a:lvl4pPr>
            <a:lvl5pPr indent="-368300" lvl="4" marL="2286000" algn="l">
              <a:lnSpc>
                <a:spcPct val="100000"/>
              </a:lnSpc>
              <a:spcBef>
                <a:spcPts val="1200"/>
              </a:spcBef>
              <a:spcAft>
                <a:spcPts val="0"/>
              </a:spcAft>
              <a:buClr>
                <a:schemeClr val="lt1"/>
              </a:buClr>
              <a:buSzPts val="2200"/>
              <a:buFont typeface="Arial"/>
              <a:buChar char="​"/>
              <a:defRPr b="1" sz="2200">
                <a:solidFill>
                  <a:schemeClr val="lt1"/>
                </a:solidFill>
                <a:latin typeface="Montserrat"/>
                <a:ea typeface="Montserrat"/>
                <a:cs typeface="Montserrat"/>
                <a:sym typeface="Montserrat"/>
              </a:defRPr>
            </a:lvl5pPr>
            <a:lvl6pPr indent="-368300" lvl="5" marL="2743200" algn="l">
              <a:lnSpc>
                <a:spcPct val="100000"/>
              </a:lnSpc>
              <a:spcBef>
                <a:spcPts val="1200"/>
              </a:spcBef>
              <a:spcAft>
                <a:spcPts val="0"/>
              </a:spcAft>
              <a:buClr>
                <a:schemeClr val="lt1"/>
              </a:buClr>
              <a:buSzPts val="2200"/>
              <a:buFont typeface="Arial"/>
              <a:buChar char="​"/>
              <a:defRPr b="1" sz="2200">
                <a:solidFill>
                  <a:schemeClr val="lt1"/>
                </a:solidFill>
                <a:latin typeface="Montserrat"/>
                <a:ea typeface="Montserrat"/>
                <a:cs typeface="Montserrat"/>
                <a:sym typeface="Montserrat"/>
              </a:defRPr>
            </a:lvl6pPr>
            <a:lvl7pPr indent="-368300" lvl="6" marL="3200400" algn="l">
              <a:lnSpc>
                <a:spcPct val="100000"/>
              </a:lnSpc>
              <a:spcBef>
                <a:spcPts val="1200"/>
              </a:spcBef>
              <a:spcAft>
                <a:spcPts val="0"/>
              </a:spcAft>
              <a:buSzPts val="2200"/>
              <a:buFont typeface="Arial"/>
              <a:buChar char="​"/>
              <a:defRPr b="1" sz="2200">
                <a:solidFill>
                  <a:schemeClr val="lt1"/>
                </a:solidFill>
                <a:latin typeface="Montserrat"/>
                <a:ea typeface="Montserrat"/>
                <a:cs typeface="Montserrat"/>
                <a:sym typeface="Montserrat"/>
              </a:defRPr>
            </a:lvl7pPr>
            <a:lvl8pPr indent="-368300" lvl="7" marL="3657600" algn="l">
              <a:lnSpc>
                <a:spcPct val="100000"/>
              </a:lnSpc>
              <a:spcBef>
                <a:spcPts val="1200"/>
              </a:spcBef>
              <a:spcAft>
                <a:spcPts val="0"/>
              </a:spcAft>
              <a:buClr>
                <a:schemeClr val="lt1"/>
              </a:buClr>
              <a:buSzPts val="2200"/>
              <a:buFont typeface="Arial"/>
              <a:buChar char="​"/>
              <a:defRPr b="1" sz="2200">
                <a:solidFill>
                  <a:schemeClr val="lt1"/>
                </a:solidFill>
                <a:latin typeface="Montserrat"/>
                <a:ea typeface="Montserrat"/>
                <a:cs typeface="Montserrat"/>
                <a:sym typeface="Montserrat"/>
              </a:defRPr>
            </a:lvl8pPr>
            <a:lvl9pPr indent="-368300" lvl="8" marL="4114800" algn="l">
              <a:lnSpc>
                <a:spcPct val="100000"/>
              </a:lnSpc>
              <a:spcBef>
                <a:spcPts val="1200"/>
              </a:spcBef>
              <a:spcAft>
                <a:spcPts val="600"/>
              </a:spcAft>
              <a:buSzPts val="2200"/>
              <a:buFont typeface="Arial"/>
              <a:buChar char="​"/>
              <a:defRPr b="1" sz="2200">
                <a:solidFill>
                  <a:schemeClr val="lt1"/>
                </a:solidFill>
                <a:latin typeface="Montserrat"/>
                <a:ea typeface="Montserrat"/>
                <a:cs typeface="Montserrat"/>
                <a:sym typeface="Montserrat"/>
              </a:defRPr>
            </a:lvl9pPr>
          </a:lstStyle>
          <a:p/>
        </p:txBody>
      </p:sp>
      <p:sp>
        <p:nvSpPr>
          <p:cNvPr id="362" name="Google Shape;362;p26"/>
          <p:cNvSpPr/>
          <p:nvPr/>
        </p:nvSpPr>
        <p:spPr>
          <a:xfrm>
            <a:off x="-1" y="0"/>
            <a:ext cx="12192000" cy="6858000"/>
          </a:xfrm>
          <a:custGeom>
            <a:rect b="b" l="l" r="r" t="t"/>
            <a:pathLst>
              <a:path extrusionOk="0" h="6858000" w="12192000">
                <a:moveTo>
                  <a:pt x="275280" y="275280"/>
                </a:moveTo>
                <a:lnTo>
                  <a:pt x="275280" y="6582720"/>
                </a:lnTo>
                <a:lnTo>
                  <a:pt x="11032575" y="6582720"/>
                </a:lnTo>
                <a:lnTo>
                  <a:pt x="11916720" y="5452526"/>
                </a:lnTo>
                <a:lnTo>
                  <a:pt x="11916720" y="275280"/>
                </a:lnTo>
                <a:close/>
                <a:moveTo>
                  <a:pt x="0" y="0"/>
                </a:moveTo>
                <a:lnTo>
                  <a:pt x="12192000" y="0"/>
                </a:lnTo>
                <a:lnTo>
                  <a:pt x="12192000" y="5100638"/>
                </a:lnTo>
                <a:lnTo>
                  <a:pt x="12192000" y="6858000"/>
                </a:lnTo>
                <a:lnTo>
                  <a:pt x="10817225"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pic>
        <p:nvPicPr>
          <p:cNvPr id="363" name="Google Shape;363;p26"/>
          <p:cNvPicPr preferRelativeResize="0"/>
          <p:nvPr/>
        </p:nvPicPr>
        <p:blipFill rotWithShape="1">
          <a:blip r:embed="rId2">
            <a:alphaModFix/>
          </a:blip>
          <a:srcRect b="78018" l="7669" r="0" t="0"/>
          <a:stretch/>
        </p:blipFill>
        <p:spPr>
          <a:xfrm flipH="1" rot="5400000">
            <a:off x="8205032" y="2904448"/>
            <a:ext cx="5738664" cy="1049104"/>
          </a:xfrm>
          <a:custGeom>
            <a:rect b="b" l="l" r="r" t="t"/>
            <a:pathLst>
              <a:path extrusionOk="0" h="1049104" w="5738664">
                <a:moveTo>
                  <a:pt x="5738664" y="1049104"/>
                </a:moveTo>
                <a:lnTo>
                  <a:pt x="5738664" y="0"/>
                </a:lnTo>
                <a:lnTo>
                  <a:pt x="732423" y="0"/>
                </a:lnTo>
                <a:lnTo>
                  <a:pt x="732423" y="156178"/>
                </a:lnTo>
                <a:lnTo>
                  <a:pt x="492465" y="156178"/>
                </a:lnTo>
                <a:lnTo>
                  <a:pt x="492465" y="374786"/>
                </a:lnTo>
                <a:lnTo>
                  <a:pt x="256175" y="374786"/>
                </a:lnTo>
                <a:lnTo>
                  <a:pt x="256175" y="593396"/>
                </a:lnTo>
                <a:lnTo>
                  <a:pt x="0" y="593396"/>
                </a:lnTo>
                <a:lnTo>
                  <a:pt x="0" y="1049104"/>
                </a:lnTo>
                <a:close/>
              </a:path>
            </a:pathLst>
          </a:custGeom>
          <a:noFill/>
          <a:ln>
            <a:noFill/>
          </a:ln>
        </p:spPr>
      </p:pic>
      <p:grpSp>
        <p:nvGrpSpPr>
          <p:cNvPr id="364" name="Google Shape;364;p26"/>
          <p:cNvGrpSpPr/>
          <p:nvPr/>
        </p:nvGrpSpPr>
        <p:grpSpPr>
          <a:xfrm>
            <a:off x="599882" y="6017049"/>
            <a:ext cx="939139" cy="235263"/>
            <a:chOff x="10573833" y="4992967"/>
            <a:chExt cx="923543" cy="231356"/>
          </a:xfrm>
        </p:grpSpPr>
        <p:sp>
          <p:nvSpPr>
            <p:cNvPr id="365" name="Google Shape;365;p26"/>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366" name="Google Shape;366;p26"/>
            <p:cNvGrpSpPr/>
            <p:nvPr/>
          </p:nvGrpSpPr>
          <p:grpSpPr>
            <a:xfrm>
              <a:off x="10573833" y="4992967"/>
              <a:ext cx="878511" cy="231356"/>
              <a:chOff x="10573833" y="4992967"/>
              <a:chExt cx="878511" cy="231356"/>
            </a:xfrm>
          </p:grpSpPr>
          <p:grpSp>
            <p:nvGrpSpPr>
              <p:cNvPr id="367" name="Google Shape;367;p26"/>
              <p:cNvGrpSpPr/>
              <p:nvPr/>
            </p:nvGrpSpPr>
            <p:grpSpPr>
              <a:xfrm>
                <a:off x="10573833" y="4992967"/>
                <a:ext cx="675627" cy="231356"/>
                <a:chOff x="10573833" y="4992967"/>
                <a:chExt cx="675627" cy="231356"/>
              </a:xfrm>
            </p:grpSpPr>
            <p:sp>
              <p:nvSpPr>
                <p:cNvPr id="368" name="Google Shape;368;p26"/>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69" name="Google Shape;369;p26"/>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70" name="Google Shape;370;p26"/>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71" name="Google Shape;371;p26"/>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72" name="Google Shape;372;p26"/>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73" name="Google Shape;373;p26"/>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374" name="Google Shape;374;p26"/>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375" name="Google Shape;375;p26"/>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376" name="Google Shape;376;p26"/>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Big Statement_Gradient" showMasterSp="0">
  <p:cSld name="27_Big Statement_Gradient">
    <p:spTree>
      <p:nvGrpSpPr>
        <p:cNvPr id="377" name="Shape 377"/>
        <p:cNvGrpSpPr/>
        <p:nvPr/>
      </p:nvGrpSpPr>
      <p:grpSpPr>
        <a:xfrm>
          <a:off x="0" y="0"/>
          <a:ext cx="0" cy="0"/>
          <a:chOff x="0" y="0"/>
          <a:chExt cx="0" cy="0"/>
        </a:xfrm>
      </p:grpSpPr>
      <p:sp>
        <p:nvSpPr>
          <p:cNvPr id="378" name="Google Shape;378;p27"/>
          <p:cNvSpPr/>
          <p:nvPr/>
        </p:nvSpPr>
        <p:spPr>
          <a:xfrm>
            <a:off x="1588" y="-303212"/>
            <a:ext cx="8369300" cy="2132013"/>
          </a:xfrm>
          <a:custGeom>
            <a:rect b="b" l="l" r="r" t="t"/>
            <a:pathLst>
              <a:path extrusionOk="0" h="1343" w="5272">
                <a:moveTo>
                  <a:pt x="3761" y="6"/>
                </a:moveTo>
                <a:lnTo>
                  <a:pt x="3970" y="946"/>
                </a:lnTo>
                <a:lnTo>
                  <a:pt x="3972" y="950"/>
                </a:lnTo>
                <a:lnTo>
                  <a:pt x="3975" y="947"/>
                </a:lnTo>
                <a:lnTo>
                  <a:pt x="4508" y="569"/>
                </a:lnTo>
                <a:lnTo>
                  <a:pt x="5265" y="1340"/>
                </a:lnTo>
                <a:lnTo>
                  <a:pt x="4348" y="1340"/>
                </a:lnTo>
                <a:lnTo>
                  <a:pt x="4342" y="1340"/>
                </a:lnTo>
                <a:lnTo>
                  <a:pt x="3917" y="1340"/>
                </a:lnTo>
                <a:lnTo>
                  <a:pt x="3345" y="1340"/>
                </a:lnTo>
                <a:lnTo>
                  <a:pt x="2276" y="1340"/>
                </a:lnTo>
                <a:lnTo>
                  <a:pt x="2150" y="1340"/>
                </a:lnTo>
                <a:lnTo>
                  <a:pt x="1008" y="1340"/>
                </a:lnTo>
                <a:lnTo>
                  <a:pt x="1008" y="1340"/>
                </a:lnTo>
                <a:lnTo>
                  <a:pt x="996" y="1340"/>
                </a:lnTo>
                <a:lnTo>
                  <a:pt x="7" y="1340"/>
                </a:lnTo>
                <a:lnTo>
                  <a:pt x="974" y="501"/>
                </a:lnTo>
                <a:lnTo>
                  <a:pt x="1359" y="1105"/>
                </a:lnTo>
                <a:lnTo>
                  <a:pt x="1360" y="1107"/>
                </a:lnTo>
                <a:lnTo>
                  <a:pt x="1363" y="1105"/>
                </a:lnTo>
                <a:lnTo>
                  <a:pt x="2026" y="653"/>
                </a:lnTo>
                <a:lnTo>
                  <a:pt x="2270" y="874"/>
                </a:lnTo>
                <a:lnTo>
                  <a:pt x="2272" y="875"/>
                </a:lnTo>
                <a:lnTo>
                  <a:pt x="2273" y="874"/>
                </a:lnTo>
                <a:lnTo>
                  <a:pt x="2794" y="480"/>
                </a:lnTo>
                <a:lnTo>
                  <a:pt x="3071" y="638"/>
                </a:lnTo>
                <a:lnTo>
                  <a:pt x="3073" y="640"/>
                </a:lnTo>
                <a:lnTo>
                  <a:pt x="3074" y="638"/>
                </a:lnTo>
                <a:lnTo>
                  <a:pt x="3761" y="6"/>
                </a:lnTo>
                <a:moveTo>
                  <a:pt x="3762" y="0"/>
                </a:moveTo>
                <a:lnTo>
                  <a:pt x="3072" y="636"/>
                </a:lnTo>
                <a:lnTo>
                  <a:pt x="2794" y="477"/>
                </a:lnTo>
                <a:lnTo>
                  <a:pt x="2272" y="872"/>
                </a:lnTo>
                <a:lnTo>
                  <a:pt x="2026" y="650"/>
                </a:lnTo>
                <a:lnTo>
                  <a:pt x="1362" y="1103"/>
                </a:lnTo>
                <a:lnTo>
                  <a:pt x="974" y="497"/>
                </a:lnTo>
                <a:lnTo>
                  <a:pt x="0" y="1343"/>
                </a:lnTo>
                <a:lnTo>
                  <a:pt x="996" y="1343"/>
                </a:lnTo>
                <a:lnTo>
                  <a:pt x="996" y="1343"/>
                </a:lnTo>
                <a:lnTo>
                  <a:pt x="2150" y="1343"/>
                </a:lnTo>
                <a:lnTo>
                  <a:pt x="2150" y="1343"/>
                </a:lnTo>
                <a:lnTo>
                  <a:pt x="2276" y="1343"/>
                </a:lnTo>
                <a:lnTo>
                  <a:pt x="3345" y="1343"/>
                </a:lnTo>
                <a:lnTo>
                  <a:pt x="3917" y="1343"/>
                </a:lnTo>
                <a:lnTo>
                  <a:pt x="4342" y="1343"/>
                </a:lnTo>
                <a:lnTo>
                  <a:pt x="4348" y="1343"/>
                </a:lnTo>
                <a:lnTo>
                  <a:pt x="5272" y="1343"/>
                </a:lnTo>
                <a:lnTo>
                  <a:pt x="4508" y="566"/>
                </a:lnTo>
                <a:lnTo>
                  <a:pt x="3973" y="945"/>
                </a:lnTo>
                <a:lnTo>
                  <a:pt x="3762" y="0"/>
                </a:lnTo>
                <a:lnTo>
                  <a:pt x="3762"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79" name="Google Shape;379;p27"/>
          <p:cNvSpPr/>
          <p:nvPr/>
        </p:nvSpPr>
        <p:spPr>
          <a:xfrm>
            <a:off x="-1" y="0"/>
            <a:ext cx="12192000" cy="6858000"/>
          </a:xfrm>
          <a:custGeom>
            <a:rect b="b" l="l" r="r" t="t"/>
            <a:pathLst>
              <a:path extrusionOk="0" h="6858000" w="12192000">
                <a:moveTo>
                  <a:pt x="275280" y="275280"/>
                </a:moveTo>
                <a:lnTo>
                  <a:pt x="275280" y="6582720"/>
                </a:lnTo>
                <a:lnTo>
                  <a:pt x="11032575" y="6582720"/>
                </a:lnTo>
                <a:lnTo>
                  <a:pt x="11916720" y="5452526"/>
                </a:lnTo>
                <a:lnTo>
                  <a:pt x="11916720" y="275280"/>
                </a:lnTo>
                <a:lnTo>
                  <a:pt x="275280" y="275280"/>
                </a:lnTo>
                <a:close/>
                <a:moveTo>
                  <a:pt x="0" y="0"/>
                </a:moveTo>
                <a:lnTo>
                  <a:pt x="12192000" y="0"/>
                </a:lnTo>
                <a:lnTo>
                  <a:pt x="12192000" y="6858000"/>
                </a:lnTo>
                <a:lnTo>
                  <a:pt x="0" y="6858000"/>
                </a:ln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pic>
        <p:nvPicPr>
          <p:cNvPr id="380" name="Google Shape;380;p27"/>
          <p:cNvPicPr preferRelativeResize="0"/>
          <p:nvPr/>
        </p:nvPicPr>
        <p:blipFill rotWithShape="1">
          <a:blip r:embed="rId2">
            <a:alphaModFix/>
          </a:blip>
          <a:srcRect b="0" l="0" r="0" t="0"/>
          <a:stretch/>
        </p:blipFill>
        <p:spPr>
          <a:xfrm>
            <a:off x="593085" y="559667"/>
            <a:ext cx="11005832" cy="5738663"/>
          </a:xfrm>
          <a:custGeom>
            <a:rect b="b" l="l" r="r" t="t"/>
            <a:pathLst>
              <a:path extrusionOk="0" h="5738663" w="11005832">
                <a:moveTo>
                  <a:pt x="10825427" y="5556928"/>
                </a:moveTo>
                <a:lnTo>
                  <a:pt x="11005832" y="5556928"/>
                </a:lnTo>
                <a:lnTo>
                  <a:pt x="11005832" y="5738663"/>
                </a:lnTo>
                <a:lnTo>
                  <a:pt x="10825427" y="5738663"/>
                </a:lnTo>
                <a:close/>
                <a:moveTo>
                  <a:pt x="0" y="4729024"/>
                </a:moveTo>
                <a:lnTo>
                  <a:pt x="11005832" y="4729024"/>
                </a:lnTo>
                <a:lnTo>
                  <a:pt x="11005832" y="4945268"/>
                </a:lnTo>
                <a:lnTo>
                  <a:pt x="10812201" y="4945268"/>
                </a:lnTo>
                <a:lnTo>
                  <a:pt x="10812201" y="5127003"/>
                </a:lnTo>
                <a:lnTo>
                  <a:pt x="10621540" y="5127003"/>
                </a:lnTo>
                <a:lnTo>
                  <a:pt x="10621540" y="5367437"/>
                </a:lnTo>
                <a:lnTo>
                  <a:pt x="10421610" y="5367437"/>
                </a:lnTo>
                <a:lnTo>
                  <a:pt x="10421610" y="5527055"/>
                </a:lnTo>
                <a:lnTo>
                  <a:pt x="10229414" y="5527055"/>
                </a:lnTo>
                <a:lnTo>
                  <a:pt x="10229414" y="5738663"/>
                </a:lnTo>
                <a:lnTo>
                  <a:pt x="1155396" y="5738663"/>
                </a:lnTo>
                <a:lnTo>
                  <a:pt x="1155396" y="5334504"/>
                </a:lnTo>
                <a:lnTo>
                  <a:pt x="0" y="5334504"/>
                </a:lnTo>
                <a:close/>
                <a:moveTo>
                  <a:pt x="0" y="0"/>
                </a:moveTo>
                <a:lnTo>
                  <a:pt x="11005832" y="0"/>
                </a:lnTo>
                <a:lnTo>
                  <a:pt x="11005832" y="1040533"/>
                </a:lnTo>
                <a:lnTo>
                  <a:pt x="0" y="1040533"/>
                </a:lnTo>
                <a:close/>
              </a:path>
            </a:pathLst>
          </a:custGeom>
          <a:noFill/>
          <a:ln>
            <a:noFill/>
          </a:ln>
        </p:spPr>
      </p:pic>
      <p:sp>
        <p:nvSpPr>
          <p:cNvPr id="381" name="Google Shape;381;p27"/>
          <p:cNvSpPr txBox="1"/>
          <p:nvPr>
            <p:ph idx="1" type="body"/>
          </p:nvPr>
        </p:nvSpPr>
        <p:spPr>
          <a:xfrm>
            <a:off x="547688" y="2003424"/>
            <a:ext cx="11087802" cy="2851152"/>
          </a:xfrm>
          <a:prstGeom prst="rect">
            <a:avLst/>
          </a:prstGeom>
          <a:noFill/>
          <a:ln>
            <a:noFill/>
          </a:ln>
        </p:spPr>
        <p:txBody>
          <a:bodyPr anchorCtr="0" anchor="ctr" bIns="0" lIns="0" spcFirstLastPara="1" rIns="0" wrap="square" tIns="0">
            <a:noAutofit/>
          </a:bodyPr>
          <a:lstStyle>
            <a:lvl1pPr indent="-571500" lvl="0" marL="457200" algn="ctr">
              <a:lnSpc>
                <a:spcPct val="83000"/>
              </a:lnSpc>
              <a:spcBef>
                <a:spcPts val="1200"/>
              </a:spcBef>
              <a:spcAft>
                <a:spcPts val="0"/>
              </a:spcAft>
              <a:buClr>
                <a:schemeClr val="lt1"/>
              </a:buClr>
              <a:buSzPts val="5400"/>
              <a:buFont typeface="Arial"/>
              <a:buChar char="​"/>
              <a:defRPr b="1" sz="5400">
                <a:solidFill>
                  <a:schemeClr val="lt1"/>
                </a:solidFill>
                <a:latin typeface="Montserrat"/>
                <a:ea typeface="Montserrat"/>
                <a:cs typeface="Montserrat"/>
                <a:sym typeface="Montserrat"/>
              </a:defRPr>
            </a:lvl1pPr>
            <a:lvl2pPr indent="-431800" lvl="1" marL="914400" algn="ctr">
              <a:lnSpc>
                <a:spcPct val="83000"/>
              </a:lnSpc>
              <a:spcBef>
                <a:spcPts val="800"/>
              </a:spcBef>
              <a:spcAft>
                <a:spcPts val="0"/>
              </a:spcAft>
              <a:buSzPts val="3200"/>
              <a:buFont typeface="Arial"/>
              <a:buChar char="​"/>
              <a:defRPr b="0" sz="3200">
                <a:solidFill>
                  <a:schemeClr val="lt1"/>
                </a:solidFill>
                <a:latin typeface="Montserrat Medium"/>
                <a:ea typeface="Montserrat Medium"/>
                <a:cs typeface="Montserrat Medium"/>
                <a:sym typeface="Montserrat Medium"/>
              </a:defRPr>
            </a:lvl2pPr>
            <a:lvl3pPr indent="-381000" lvl="2" marL="1371600" algn="ctr">
              <a:lnSpc>
                <a:spcPct val="83000"/>
              </a:lnSpc>
              <a:spcBef>
                <a:spcPts val="1200"/>
              </a:spcBef>
              <a:spcAft>
                <a:spcPts val="0"/>
              </a:spcAft>
              <a:buClr>
                <a:schemeClr val="lt1"/>
              </a:buClr>
              <a:buSzPts val="2400"/>
              <a:buFont typeface="Arial"/>
              <a:buChar char="​"/>
              <a:defRPr b="0" sz="2400">
                <a:solidFill>
                  <a:schemeClr val="lt1"/>
                </a:solidFill>
                <a:latin typeface="Montserrat"/>
                <a:ea typeface="Montserrat"/>
                <a:cs typeface="Montserrat"/>
                <a:sym typeface="Montserrat"/>
              </a:defRPr>
            </a:lvl3pPr>
            <a:lvl4pPr indent="-381000" lvl="3" marL="1828800" algn="ctr">
              <a:lnSpc>
                <a:spcPct val="83000"/>
              </a:lnSpc>
              <a:spcBef>
                <a:spcPts val="1200"/>
              </a:spcBef>
              <a:spcAft>
                <a:spcPts val="0"/>
              </a:spcAft>
              <a:buClr>
                <a:schemeClr val="lt1"/>
              </a:buClr>
              <a:buSzPts val="2400"/>
              <a:buFont typeface="Arial"/>
              <a:buChar char="​"/>
              <a:defRPr b="0" sz="2400">
                <a:solidFill>
                  <a:schemeClr val="lt1"/>
                </a:solidFill>
                <a:latin typeface="Montserrat"/>
                <a:ea typeface="Montserrat"/>
                <a:cs typeface="Montserrat"/>
                <a:sym typeface="Montserrat"/>
              </a:defRPr>
            </a:lvl4pPr>
            <a:lvl5pPr indent="-381000" lvl="4" marL="2286000" algn="ctr">
              <a:lnSpc>
                <a:spcPct val="83000"/>
              </a:lnSpc>
              <a:spcBef>
                <a:spcPts val="1200"/>
              </a:spcBef>
              <a:spcAft>
                <a:spcPts val="0"/>
              </a:spcAft>
              <a:buClr>
                <a:schemeClr val="lt1"/>
              </a:buClr>
              <a:buSzPts val="2400"/>
              <a:buFont typeface="Arial"/>
              <a:buChar char="​"/>
              <a:defRPr b="0" sz="2400">
                <a:solidFill>
                  <a:schemeClr val="lt1"/>
                </a:solidFill>
                <a:latin typeface="Montserrat"/>
                <a:ea typeface="Montserrat"/>
                <a:cs typeface="Montserrat"/>
                <a:sym typeface="Montserrat"/>
              </a:defRPr>
            </a:lvl5pPr>
            <a:lvl6pPr indent="-381000" lvl="5" marL="2743200" algn="ctr">
              <a:lnSpc>
                <a:spcPct val="83000"/>
              </a:lnSpc>
              <a:spcBef>
                <a:spcPts val="1200"/>
              </a:spcBef>
              <a:spcAft>
                <a:spcPts val="0"/>
              </a:spcAft>
              <a:buClr>
                <a:schemeClr val="lt1"/>
              </a:buClr>
              <a:buSzPts val="2400"/>
              <a:buFont typeface="Arial"/>
              <a:buChar char="​"/>
              <a:defRPr b="0" sz="2400">
                <a:solidFill>
                  <a:schemeClr val="lt1"/>
                </a:solidFill>
                <a:latin typeface="Montserrat"/>
                <a:ea typeface="Montserrat"/>
                <a:cs typeface="Montserrat"/>
                <a:sym typeface="Montserrat"/>
              </a:defRPr>
            </a:lvl6pPr>
            <a:lvl7pPr indent="-381000" lvl="6" marL="3200400" algn="ctr">
              <a:lnSpc>
                <a:spcPct val="83000"/>
              </a:lnSpc>
              <a:spcBef>
                <a:spcPts val="1200"/>
              </a:spcBef>
              <a:spcAft>
                <a:spcPts val="0"/>
              </a:spcAft>
              <a:buSzPts val="2400"/>
              <a:buFont typeface="Arial"/>
              <a:buChar char="​"/>
              <a:defRPr b="0" sz="2400">
                <a:solidFill>
                  <a:schemeClr val="lt1"/>
                </a:solidFill>
                <a:latin typeface="Montserrat"/>
                <a:ea typeface="Montserrat"/>
                <a:cs typeface="Montserrat"/>
                <a:sym typeface="Montserrat"/>
              </a:defRPr>
            </a:lvl7pPr>
            <a:lvl8pPr indent="-381000" lvl="7" marL="3657600" algn="ctr">
              <a:lnSpc>
                <a:spcPct val="83000"/>
              </a:lnSpc>
              <a:spcBef>
                <a:spcPts val="1200"/>
              </a:spcBef>
              <a:spcAft>
                <a:spcPts val="0"/>
              </a:spcAft>
              <a:buClr>
                <a:schemeClr val="lt1"/>
              </a:buClr>
              <a:buSzPts val="2400"/>
              <a:buFont typeface="Arial"/>
              <a:buChar char="​"/>
              <a:defRPr b="0" sz="2400">
                <a:solidFill>
                  <a:schemeClr val="lt1"/>
                </a:solidFill>
                <a:latin typeface="Montserrat"/>
                <a:ea typeface="Montserrat"/>
                <a:cs typeface="Montserrat"/>
                <a:sym typeface="Montserrat"/>
              </a:defRPr>
            </a:lvl8pPr>
            <a:lvl9pPr indent="-381000" lvl="8" marL="4114800" algn="ctr">
              <a:lnSpc>
                <a:spcPct val="83000"/>
              </a:lnSpc>
              <a:spcBef>
                <a:spcPts val="1200"/>
              </a:spcBef>
              <a:spcAft>
                <a:spcPts val="1200"/>
              </a:spcAft>
              <a:buSzPts val="2400"/>
              <a:buFont typeface="Arial"/>
              <a:buChar char="​"/>
              <a:defRPr b="0" sz="2400">
                <a:solidFill>
                  <a:schemeClr val="lt1"/>
                </a:solidFill>
                <a:latin typeface="Montserrat"/>
                <a:ea typeface="Montserrat"/>
                <a:cs typeface="Montserrat"/>
                <a:sym typeface="Montserrat"/>
              </a:defRPr>
            </a:lvl9pPr>
          </a:lstStyle>
          <a:p/>
        </p:txBody>
      </p:sp>
      <p:grpSp>
        <p:nvGrpSpPr>
          <p:cNvPr id="382" name="Google Shape;382;p27"/>
          <p:cNvGrpSpPr/>
          <p:nvPr/>
        </p:nvGrpSpPr>
        <p:grpSpPr>
          <a:xfrm>
            <a:off x="599882" y="6017049"/>
            <a:ext cx="939139" cy="235263"/>
            <a:chOff x="10573833" y="4992967"/>
            <a:chExt cx="923543" cy="231356"/>
          </a:xfrm>
        </p:grpSpPr>
        <p:sp>
          <p:nvSpPr>
            <p:cNvPr id="383" name="Google Shape;383;p27"/>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384" name="Google Shape;384;p27"/>
            <p:cNvGrpSpPr/>
            <p:nvPr/>
          </p:nvGrpSpPr>
          <p:grpSpPr>
            <a:xfrm>
              <a:off x="10573833" y="4992967"/>
              <a:ext cx="878511" cy="231356"/>
              <a:chOff x="10573833" y="4992967"/>
              <a:chExt cx="878511" cy="231356"/>
            </a:xfrm>
          </p:grpSpPr>
          <p:grpSp>
            <p:nvGrpSpPr>
              <p:cNvPr id="385" name="Google Shape;385;p27"/>
              <p:cNvGrpSpPr/>
              <p:nvPr/>
            </p:nvGrpSpPr>
            <p:grpSpPr>
              <a:xfrm>
                <a:off x="10573833" y="4992967"/>
                <a:ext cx="675627" cy="231356"/>
                <a:chOff x="10573833" y="4992967"/>
                <a:chExt cx="675627" cy="231356"/>
              </a:xfrm>
            </p:grpSpPr>
            <p:sp>
              <p:nvSpPr>
                <p:cNvPr id="386" name="Google Shape;386;p27"/>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87" name="Google Shape;387;p27"/>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88" name="Google Shape;388;p27"/>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89" name="Google Shape;389;p27"/>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90" name="Google Shape;390;p27"/>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91" name="Google Shape;391;p27"/>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392" name="Google Shape;392;p27"/>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393" name="Google Shape;393;p27"/>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394" name="Google Shape;394;p27"/>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Big Statement_Light Mode" showMasterSp="0">
  <p:cSld name="28_Big Statement_Light Mode">
    <p:bg>
      <p:bgPr>
        <a:solidFill>
          <a:schemeClr val="lt1"/>
        </a:solidFill>
      </p:bgPr>
    </p:bg>
    <p:spTree>
      <p:nvGrpSpPr>
        <p:cNvPr id="395" name="Shape 395"/>
        <p:cNvGrpSpPr/>
        <p:nvPr/>
      </p:nvGrpSpPr>
      <p:grpSpPr>
        <a:xfrm>
          <a:off x="0" y="0"/>
          <a:ext cx="0" cy="0"/>
          <a:chOff x="0" y="0"/>
          <a:chExt cx="0" cy="0"/>
        </a:xfrm>
      </p:grpSpPr>
      <p:sp>
        <p:nvSpPr>
          <p:cNvPr id="396" name="Google Shape;396;p28"/>
          <p:cNvSpPr/>
          <p:nvPr/>
        </p:nvSpPr>
        <p:spPr>
          <a:xfrm>
            <a:off x="1588" y="-303212"/>
            <a:ext cx="8369300" cy="2132013"/>
          </a:xfrm>
          <a:custGeom>
            <a:rect b="b" l="l" r="r" t="t"/>
            <a:pathLst>
              <a:path extrusionOk="0" h="1343" w="5272">
                <a:moveTo>
                  <a:pt x="3761" y="6"/>
                </a:moveTo>
                <a:lnTo>
                  <a:pt x="3970" y="946"/>
                </a:lnTo>
                <a:lnTo>
                  <a:pt x="3972" y="950"/>
                </a:lnTo>
                <a:lnTo>
                  <a:pt x="3975" y="947"/>
                </a:lnTo>
                <a:lnTo>
                  <a:pt x="4508" y="569"/>
                </a:lnTo>
                <a:lnTo>
                  <a:pt x="5265" y="1340"/>
                </a:lnTo>
                <a:lnTo>
                  <a:pt x="4348" y="1340"/>
                </a:lnTo>
                <a:lnTo>
                  <a:pt x="4342" y="1340"/>
                </a:lnTo>
                <a:lnTo>
                  <a:pt x="3917" y="1340"/>
                </a:lnTo>
                <a:lnTo>
                  <a:pt x="3345" y="1340"/>
                </a:lnTo>
                <a:lnTo>
                  <a:pt x="2276" y="1340"/>
                </a:lnTo>
                <a:lnTo>
                  <a:pt x="2150" y="1340"/>
                </a:lnTo>
                <a:lnTo>
                  <a:pt x="1008" y="1340"/>
                </a:lnTo>
                <a:lnTo>
                  <a:pt x="1008" y="1340"/>
                </a:lnTo>
                <a:lnTo>
                  <a:pt x="996" y="1340"/>
                </a:lnTo>
                <a:lnTo>
                  <a:pt x="7" y="1340"/>
                </a:lnTo>
                <a:lnTo>
                  <a:pt x="974" y="501"/>
                </a:lnTo>
                <a:lnTo>
                  <a:pt x="1359" y="1105"/>
                </a:lnTo>
                <a:lnTo>
                  <a:pt x="1360" y="1107"/>
                </a:lnTo>
                <a:lnTo>
                  <a:pt x="1363" y="1105"/>
                </a:lnTo>
                <a:lnTo>
                  <a:pt x="2026" y="653"/>
                </a:lnTo>
                <a:lnTo>
                  <a:pt x="2270" y="874"/>
                </a:lnTo>
                <a:lnTo>
                  <a:pt x="2272" y="875"/>
                </a:lnTo>
                <a:lnTo>
                  <a:pt x="2273" y="874"/>
                </a:lnTo>
                <a:lnTo>
                  <a:pt x="2794" y="480"/>
                </a:lnTo>
                <a:lnTo>
                  <a:pt x="3071" y="638"/>
                </a:lnTo>
                <a:lnTo>
                  <a:pt x="3073" y="640"/>
                </a:lnTo>
                <a:lnTo>
                  <a:pt x="3074" y="638"/>
                </a:lnTo>
                <a:lnTo>
                  <a:pt x="3761" y="6"/>
                </a:lnTo>
                <a:moveTo>
                  <a:pt x="3762" y="0"/>
                </a:moveTo>
                <a:lnTo>
                  <a:pt x="3072" y="636"/>
                </a:lnTo>
                <a:lnTo>
                  <a:pt x="2794" y="477"/>
                </a:lnTo>
                <a:lnTo>
                  <a:pt x="2272" y="872"/>
                </a:lnTo>
                <a:lnTo>
                  <a:pt x="2026" y="650"/>
                </a:lnTo>
                <a:lnTo>
                  <a:pt x="1362" y="1103"/>
                </a:lnTo>
                <a:lnTo>
                  <a:pt x="974" y="497"/>
                </a:lnTo>
                <a:lnTo>
                  <a:pt x="0" y="1343"/>
                </a:lnTo>
                <a:lnTo>
                  <a:pt x="996" y="1343"/>
                </a:lnTo>
                <a:lnTo>
                  <a:pt x="996" y="1343"/>
                </a:lnTo>
                <a:lnTo>
                  <a:pt x="2150" y="1343"/>
                </a:lnTo>
                <a:lnTo>
                  <a:pt x="2150" y="1343"/>
                </a:lnTo>
                <a:lnTo>
                  <a:pt x="2276" y="1343"/>
                </a:lnTo>
                <a:lnTo>
                  <a:pt x="3345" y="1343"/>
                </a:lnTo>
                <a:lnTo>
                  <a:pt x="3917" y="1343"/>
                </a:lnTo>
                <a:lnTo>
                  <a:pt x="4342" y="1343"/>
                </a:lnTo>
                <a:lnTo>
                  <a:pt x="4348" y="1343"/>
                </a:lnTo>
                <a:lnTo>
                  <a:pt x="5272" y="1343"/>
                </a:lnTo>
                <a:lnTo>
                  <a:pt x="4508" y="566"/>
                </a:lnTo>
                <a:lnTo>
                  <a:pt x="3973" y="945"/>
                </a:lnTo>
                <a:lnTo>
                  <a:pt x="3762" y="0"/>
                </a:lnTo>
                <a:lnTo>
                  <a:pt x="3762"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pic>
        <p:nvPicPr>
          <p:cNvPr id="397" name="Google Shape;397;p28"/>
          <p:cNvPicPr preferRelativeResize="0"/>
          <p:nvPr/>
        </p:nvPicPr>
        <p:blipFill rotWithShape="1">
          <a:blip r:embed="rId2">
            <a:alphaModFix/>
          </a:blip>
          <a:srcRect b="0" l="0" r="0" t="0"/>
          <a:stretch/>
        </p:blipFill>
        <p:spPr>
          <a:xfrm>
            <a:off x="10573833" y="6401638"/>
            <a:ext cx="923544" cy="231809"/>
          </a:xfrm>
          <a:prstGeom prst="rect">
            <a:avLst/>
          </a:prstGeom>
          <a:noFill/>
          <a:ln>
            <a:noFill/>
          </a:ln>
        </p:spPr>
      </p:pic>
      <p:grpSp>
        <p:nvGrpSpPr>
          <p:cNvPr id="398" name="Google Shape;398;p28"/>
          <p:cNvGrpSpPr/>
          <p:nvPr/>
        </p:nvGrpSpPr>
        <p:grpSpPr>
          <a:xfrm>
            <a:off x="274638" y="6348413"/>
            <a:ext cx="939139" cy="235263"/>
            <a:chOff x="10573833" y="4992967"/>
            <a:chExt cx="923543" cy="231356"/>
          </a:xfrm>
        </p:grpSpPr>
        <p:sp>
          <p:nvSpPr>
            <p:cNvPr id="399" name="Google Shape;399;p28"/>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400" name="Google Shape;400;p28"/>
            <p:cNvGrpSpPr/>
            <p:nvPr/>
          </p:nvGrpSpPr>
          <p:grpSpPr>
            <a:xfrm>
              <a:off x="10573833" y="4992967"/>
              <a:ext cx="878511" cy="231356"/>
              <a:chOff x="10573833" y="4992967"/>
              <a:chExt cx="878511" cy="231356"/>
            </a:xfrm>
          </p:grpSpPr>
          <p:grpSp>
            <p:nvGrpSpPr>
              <p:cNvPr id="401" name="Google Shape;401;p28"/>
              <p:cNvGrpSpPr/>
              <p:nvPr/>
            </p:nvGrpSpPr>
            <p:grpSpPr>
              <a:xfrm>
                <a:off x="10573833" y="4992967"/>
                <a:ext cx="675627" cy="231356"/>
                <a:chOff x="10573833" y="4992967"/>
                <a:chExt cx="675627" cy="231356"/>
              </a:xfrm>
            </p:grpSpPr>
            <p:sp>
              <p:nvSpPr>
                <p:cNvPr id="402" name="Google Shape;402;p28"/>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03" name="Google Shape;403;p28"/>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04" name="Google Shape;404;p28"/>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05" name="Google Shape;405;p28"/>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06" name="Google Shape;406;p28"/>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07" name="Google Shape;407;p28"/>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408" name="Google Shape;408;p28"/>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grpSp>
        <p:nvGrpSpPr>
          <p:cNvPr id="409" name="Google Shape;409;p28"/>
          <p:cNvGrpSpPr/>
          <p:nvPr/>
        </p:nvGrpSpPr>
        <p:grpSpPr>
          <a:xfrm>
            <a:off x="604914" y="712491"/>
            <a:ext cx="10982171" cy="5471654"/>
            <a:chOff x="604914" y="712491"/>
            <a:chExt cx="10982171" cy="5471654"/>
          </a:xfrm>
        </p:grpSpPr>
        <p:grpSp>
          <p:nvGrpSpPr>
            <p:cNvPr id="410" name="Google Shape;410;p28"/>
            <p:cNvGrpSpPr/>
            <p:nvPr/>
          </p:nvGrpSpPr>
          <p:grpSpPr>
            <a:xfrm>
              <a:off x="726242" y="712491"/>
              <a:ext cx="10739516" cy="161771"/>
              <a:chOff x="671968" y="735425"/>
              <a:chExt cx="10764385" cy="161771"/>
            </a:xfrm>
          </p:grpSpPr>
          <p:pic>
            <p:nvPicPr>
              <p:cNvPr id="411" name="Google Shape;411;p28"/>
              <p:cNvPicPr preferRelativeResize="0"/>
              <p:nvPr/>
            </p:nvPicPr>
            <p:blipFill rotWithShape="1">
              <a:blip r:embed="rId3">
                <a:alphaModFix/>
              </a:blip>
              <a:srcRect b="0" l="0" r="0" t="0"/>
              <a:stretch/>
            </p:blipFill>
            <p:spPr>
              <a:xfrm rot="-5400000">
                <a:off x="3320614" y="-1913221"/>
                <a:ext cx="161771" cy="5459063"/>
              </a:xfrm>
              <a:prstGeom prst="rect">
                <a:avLst/>
              </a:prstGeom>
              <a:noFill/>
              <a:ln>
                <a:noFill/>
              </a:ln>
            </p:spPr>
          </p:pic>
          <p:pic>
            <p:nvPicPr>
              <p:cNvPr id="412" name="Google Shape;412;p28"/>
              <p:cNvPicPr preferRelativeResize="0"/>
              <p:nvPr/>
            </p:nvPicPr>
            <p:blipFill rotWithShape="1">
              <a:blip r:embed="rId3">
                <a:alphaModFix/>
              </a:blip>
              <a:srcRect b="0" l="0" r="0" t="0"/>
              <a:stretch/>
            </p:blipFill>
            <p:spPr>
              <a:xfrm rot="-5400000">
                <a:off x="8625936" y="-1913221"/>
                <a:ext cx="161771" cy="5459063"/>
              </a:xfrm>
              <a:prstGeom prst="rect">
                <a:avLst/>
              </a:prstGeom>
              <a:noFill/>
              <a:ln>
                <a:noFill/>
              </a:ln>
            </p:spPr>
          </p:pic>
        </p:grpSp>
        <p:grpSp>
          <p:nvGrpSpPr>
            <p:cNvPr id="413" name="Google Shape;413;p28"/>
            <p:cNvGrpSpPr/>
            <p:nvPr/>
          </p:nvGrpSpPr>
          <p:grpSpPr>
            <a:xfrm>
              <a:off x="766684" y="6022374"/>
              <a:ext cx="10658632" cy="161771"/>
              <a:chOff x="671968" y="735425"/>
              <a:chExt cx="10764385" cy="161771"/>
            </a:xfrm>
          </p:grpSpPr>
          <p:pic>
            <p:nvPicPr>
              <p:cNvPr id="414" name="Google Shape;414;p28"/>
              <p:cNvPicPr preferRelativeResize="0"/>
              <p:nvPr/>
            </p:nvPicPr>
            <p:blipFill rotWithShape="1">
              <a:blip r:embed="rId3">
                <a:alphaModFix/>
              </a:blip>
              <a:srcRect b="0" l="0" r="0" t="0"/>
              <a:stretch/>
            </p:blipFill>
            <p:spPr>
              <a:xfrm rot="-5400000">
                <a:off x="3320614" y="-1913221"/>
                <a:ext cx="161771" cy="5459063"/>
              </a:xfrm>
              <a:prstGeom prst="rect">
                <a:avLst/>
              </a:prstGeom>
              <a:noFill/>
              <a:ln>
                <a:noFill/>
              </a:ln>
            </p:spPr>
          </p:pic>
          <p:pic>
            <p:nvPicPr>
              <p:cNvPr id="415" name="Google Shape;415;p28"/>
              <p:cNvPicPr preferRelativeResize="0"/>
              <p:nvPr/>
            </p:nvPicPr>
            <p:blipFill rotWithShape="1">
              <a:blip r:embed="rId3">
                <a:alphaModFix/>
              </a:blip>
              <a:srcRect b="0" l="0" r="0" t="0"/>
              <a:stretch/>
            </p:blipFill>
            <p:spPr>
              <a:xfrm rot="-5400000">
                <a:off x="8625936" y="-1913221"/>
                <a:ext cx="161771" cy="5459063"/>
              </a:xfrm>
              <a:prstGeom prst="rect">
                <a:avLst/>
              </a:prstGeom>
              <a:noFill/>
              <a:ln>
                <a:noFill/>
              </a:ln>
            </p:spPr>
          </p:pic>
        </p:grpSp>
        <p:pic>
          <p:nvPicPr>
            <p:cNvPr id="416" name="Google Shape;416;p28"/>
            <p:cNvPicPr preferRelativeResize="0"/>
            <p:nvPr/>
          </p:nvPicPr>
          <p:blipFill rotWithShape="1">
            <a:blip r:embed="rId3">
              <a:alphaModFix/>
            </a:blip>
            <a:srcRect b="0" l="0" r="0" t="0"/>
            <a:stretch/>
          </p:blipFill>
          <p:spPr>
            <a:xfrm>
              <a:off x="604914" y="800100"/>
              <a:ext cx="161771" cy="5309883"/>
            </a:xfrm>
            <a:prstGeom prst="rect">
              <a:avLst/>
            </a:prstGeom>
            <a:noFill/>
            <a:ln>
              <a:noFill/>
            </a:ln>
          </p:spPr>
        </p:pic>
        <p:pic>
          <p:nvPicPr>
            <p:cNvPr id="417" name="Google Shape;417;p28"/>
            <p:cNvPicPr preferRelativeResize="0"/>
            <p:nvPr/>
          </p:nvPicPr>
          <p:blipFill rotWithShape="1">
            <a:blip r:embed="rId3">
              <a:alphaModFix/>
            </a:blip>
            <a:srcRect b="0" l="0" r="0" t="0"/>
            <a:stretch/>
          </p:blipFill>
          <p:spPr>
            <a:xfrm flipH="1">
              <a:off x="11425314" y="800100"/>
              <a:ext cx="161771" cy="5309881"/>
            </a:xfrm>
            <a:prstGeom prst="rect">
              <a:avLst/>
            </a:prstGeom>
            <a:noFill/>
            <a:ln>
              <a:noFill/>
            </a:ln>
          </p:spPr>
        </p:pic>
      </p:grpSp>
      <p:sp>
        <p:nvSpPr>
          <p:cNvPr id="418" name="Google Shape;418;p28"/>
          <p:cNvSpPr txBox="1"/>
          <p:nvPr>
            <p:ph idx="1" type="body"/>
          </p:nvPr>
        </p:nvSpPr>
        <p:spPr>
          <a:xfrm>
            <a:off x="547688" y="786579"/>
            <a:ext cx="11096624" cy="5284842"/>
          </a:xfrm>
          <a:prstGeom prst="rect">
            <a:avLst/>
          </a:prstGeom>
          <a:noFill/>
          <a:ln>
            <a:noFill/>
          </a:ln>
        </p:spPr>
        <p:txBody>
          <a:bodyPr anchorCtr="0" anchor="ctr" bIns="0" lIns="0" spcFirstLastPara="1" rIns="0" wrap="square" tIns="0">
            <a:noAutofit/>
          </a:bodyPr>
          <a:lstStyle>
            <a:lvl1pPr indent="-571500" lvl="0" marL="457200" algn="ctr">
              <a:lnSpc>
                <a:spcPct val="83000"/>
              </a:lnSpc>
              <a:spcBef>
                <a:spcPts val="1200"/>
              </a:spcBef>
              <a:spcAft>
                <a:spcPts val="0"/>
              </a:spcAft>
              <a:buClr>
                <a:schemeClr val="dk1"/>
              </a:buClr>
              <a:buSzPts val="5400"/>
              <a:buFont typeface="Arial"/>
              <a:buChar char="​"/>
              <a:defRPr b="1" sz="5400">
                <a:solidFill>
                  <a:schemeClr val="dk1"/>
                </a:solidFill>
                <a:latin typeface="Montserrat"/>
                <a:ea typeface="Montserrat"/>
                <a:cs typeface="Montserrat"/>
                <a:sym typeface="Montserrat"/>
              </a:defRPr>
            </a:lvl1pPr>
            <a:lvl2pPr indent="-431800" lvl="1" marL="914400" algn="ctr">
              <a:lnSpc>
                <a:spcPct val="83000"/>
              </a:lnSpc>
              <a:spcBef>
                <a:spcPts val="800"/>
              </a:spcBef>
              <a:spcAft>
                <a:spcPts val="0"/>
              </a:spcAft>
              <a:buSzPts val="3200"/>
              <a:buFont typeface="Arial"/>
              <a:buChar char="​"/>
              <a:defRPr b="0" sz="3200">
                <a:solidFill>
                  <a:schemeClr val="accent1"/>
                </a:solidFill>
                <a:latin typeface="Montserrat Medium"/>
                <a:ea typeface="Montserrat Medium"/>
                <a:cs typeface="Montserrat Medium"/>
                <a:sym typeface="Montserrat Medium"/>
              </a:defRPr>
            </a:lvl2pPr>
            <a:lvl3pPr indent="-381000" lvl="2" marL="1371600" algn="ctr">
              <a:lnSpc>
                <a:spcPct val="83000"/>
              </a:lnSpc>
              <a:spcBef>
                <a:spcPts val="1200"/>
              </a:spcBef>
              <a:spcAft>
                <a:spcPts val="0"/>
              </a:spcAft>
              <a:buClr>
                <a:schemeClr val="dk1"/>
              </a:buClr>
              <a:buSzPts val="2400"/>
              <a:buFont typeface="Arial"/>
              <a:buChar char="​"/>
              <a:defRPr b="0" sz="2400">
                <a:solidFill>
                  <a:schemeClr val="dk1"/>
                </a:solidFill>
                <a:latin typeface="Montserrat"/>
                <a:ea typeface="Montserrat"/>
                <a:cs typeface="Montserrat"/>
                <a:sym typeface="Montserrat"/>
              </a:defRPr>
            </a:lvl3pPr>
            <a:lvl4pPr indent="-381000" lvl="3" marL="1828800" algn="ctr">
              <a:lnSpc>
                <a:spcPct val="83000"/>
              </a:lnSpc>
              <a:spcBef>
                <a:spcPts val="1200"/>
              </a:spcBef>
              <a:spcAft>
                <a:spcPts val="0"/>
              </a:spcAft>
              <a:buClr>
                <a:schemeClr val="dk1"/>
              </a:buClr>
              <a:buSzPts val="2400"/>
              <a:buFont typeface="Arial"/>
              <a:buChar char="​"/>
              <a:defRPr b="0" sz="2400">
                <a:solidFill>
                  <a:schemeClr val="dk1"/>
                </a:solidFill>
                <a:latin typeface="Montserrat"/>
                <a:ea typeface="Montserrat"/>
                <a:cs typeface="Montserrat"/>
                <a:sym typeface="Montserrat"/>
              </a:defRPr>
            </a:lvl4pPr>
            <a:lvl5pPr indent="-381000" lvl="4" marL="2286000" algn="ctr">
              <a:lnSpc>
                <a:spcPct val="83000"/>
              </a:lnSpc>
              <a:spcBef>
                <a:spcPts val="1200"/>
              </a:spcBef>
              <a:spcAft>
                <a:spcPts val="0"/>
              </a:spcAft>
              <a:buClr>
                <a:schemeClr val="dk1"/>
              </a:buClr>
              <a:buSzPts val="2400"/>
              <a:buFont typeface="Arial"/>
              <a:buChar char="​"/>
              <a:defRPr b="0" sz="2400">
                <a:solidFill>
                  <a:schemeClr val="dk1"/>
                </a:solidFill>
                <a:latin typeface="Montserrat"/>
                <a:ea typeface="Montserrat"/>
                <a:cs typeface="Montserrat"/>
                <a:sym typeface="Montserrat"/>
              </a:defRPr>
            </a:lvl5pPr>
            <a:lvl6pPr indent="-381000" lvl="5" marL="2743200" algn="ctr">
              <a:lnSpc>
                <a:spcPct val="83000"/>
              </a:lnSpc>
              <a:spcBef>
                <a:spcPts val="1200"/>
              </a:spcBef>
              <a:spcAft>
                <a:spcPts val="0"/>
              </a:spcAft>
              <a:buClr>
                <a:schemeClr val="dk1"/>
              </a:buClr>
              <a:buSzPts val="2400"/>
              <a:buFont typeface="Arial"/>
              <a:buChar char="​"/>
              <a:defRPr b="0" sz="2400">
                <a:solidFill>
                  <a:schemeClr val="dk1"/>
                </a:solidFill>
                <a:latin typeface="Montserrat"/>
                <a:ea typeface="Montserrat"/>
                <a:cs typeface="Montserrat"/>
                <a:sym typeface="Montserrat"/>
              </a:defRPr>
            </a:lvl6pPr>
            <a:lvl7pPr indent="-381000" lvl="6" marL="3200400" algn="ctr">
              <a:lnSpc>
                <a:spcPct val="83000"/>
              </a:lnSpc>
              <a:spcBef>
                <a:spcPts val="1200"/>
              </a:spcBef>
              <a:spcAft>
                <a:spcPts val="0"/>
              </a:spcAft>
              <a:buSzPts val="2400"/>
              <a:buFont typeface="Arial"/>
              <a:buChar char="​"/>
              <a:defRPr b="0" sz="2400">
                <a:solidFill>
                  <a:schemeClr val="dk1"/>
                </a:solidFill>
                <a:latin typeface="Montserrat"/>
                <a:ea typeface="Montserrat"/>
                <a:cs typeface="Montserrat"/>
                <a:sym typeface="Montserrat"/>
              </a:defRPr>
            </a:lvl7pPr>
            <a:lvl8pPr indent="-381000" lvl="7" marL="3657600" algn="ctr">
              <a:lnSpc>
                <a:spcPct val="83000"/>
              </a:lnSpc>
              <a:spcBef>
                <a:spcPts val="1200"/>
              </a:spcBef>
              <a:spcAft>
                <a:spcPts val="0"/>
              </a:spcAft>
              <a:buClr>
                <a:schemeClr val="dk1"/>
              </a:buClr>
              <a:buSzPts val="2400"/>
              <a:buFont typeface="Arial"/>
              <a:buChar char="​"/>
              <a:defRPr b="0" sz="2400">
                <a:solidFill>
                  <a:schemeClr val="dk1"/>
                </a:solidFill>
                <a:latin typeface="Montserrat"/>
                <a:ea typeface="Montserrat"/>
                <a:cs typeface="Montserrat"/>
                <a:sym typeface="Montserrat"/>
              </a:defRPr>
            </a:lvl8pPr>
            <a:lvl9pPr indent="-381000" lvl="8" marL="4114800" algn="ctr">
              <a:lnSpc>
                <a:spcPct val="83000"/>
              </a:lnSpc>
              <a:spcBef>
                <a:spcPts val="1200"/>
              </a:spcBef>
              <a:spcAft>
                <a:spcPts val="1200"/>
              </a:spcAft>
              <a:buSzPts val="2400"/>
              <a:buFont typeface="Arial"/>
              <a:buChar char="​"/>
              <a:defRPr b="0" sz="2400">
                <a:solidFill>
                  <a:schemeClr val="dk1"/>
                </a:solidFill>
                <a:latin typeface="Montserrat"/>
                <a:ea typeface="Montserrat"/>
                <a:cs typeface="Montserrat"/>
                <a:sym typeface="Montserrat"/>
              </a:defRPr>
            </a:lvl9pPr>
          </a:lstStyle>
          <a:p/>
        </p:txBody>
      </p:sp>
      <p:sp>
        <p:nvSpPr>
          <p:cNvPr id="419" name="Google Shape;419;p28"/>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420" name="Google Shape;420;p28"/>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idebar w/ Content" showMasterSp="0">
  <p:cSld name="29_Sidebar w/ Content">
    <p:spTree>
      <p:nvGrpSpPr>
        <p:cNvPr id="421" name="Shape 421"/>
        <p:cNvGrpSpPr/>
        <p:nvPr/>
      </p:nvGrpSpPr>
      <p:grpSpPr>
        <a:xfrm>
          <a:off x="0" y="0"/>
          <a:ext cx="0" cy="0"/>
          <a:chOff x="0" y="0"/>
          <a:chExt cx="0" cy="0"/>
        </a:xfrm>
      </p:grpSpPr>
      <p:sp>
        <p:nvSpPr>
          <p:cNvPr id="422" name="Google Shape;422;p29"/>
          <p:cNvSpPr/>
          <p:nvPr/>
        </p:nvSpPr>
        <p:spPr>
          <a:xfrm>
            <a:off x="0" y="-1"/>
            <a:ext cx="12192000" cy="6857999"/>
          </a:xfrm>
          <a:custGeom>
            <a:rect b="b" l="l" r="r" t="t"/>
            <a:pathLst>
              <a:path extrusionOk="0" h="6857999" w="12192000">
                <a:moveTo>
                  <a:pt x="0" y="0"/>
                </a:moveTo>
                <a:lnTo>
                  <a:pt x="12192000" y="0"/>
                </a:lnTo>
                <a:lnTo>
                  <a:pt x="12192000" y="6857999"/>
                </a:lnTo>
                <a:lnTo>
                  <a:pt x="3726404" y="6857999"/>
                </a:lnTo>
                <a:lnTo>
                  <a:pt x="4514516" y="5850563"/>
                </a:lnTo>
                <a:lnTo>
                  <a:pt x="4514516" y="1"/>
                </a:lnTo>
                <a:lnTo>
                  <a:pt x="0" y="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423" name="Google Shape;423;p29"/>
          <p:cNvSpPr txBox="1"/>
          <p:nvPr>
            <p:ph idx="1" type="body"/>
          </p:nvPr>
        </p:nvSpPr>
        <p:spPr>
          <a:xfrm>
            <a:off x="547688" y="782636"/>
            <a:ext cx="3419139" cy="5292727"/>
          </a:xfrm>
          <a:prstGeom prst="rect">
            <a:avLst/>
          </a:prstGeom>
          <a:noFill/>
          <a:ln>
            <a:noFill/>
          </a:ln>
        </p:spPr>
        <p:txBody>
          <a:bodyPr anchorCtr="0" anchor="t" bIns="0" lIns="0" spcFirstLastPara="1" rIns="0" wrap="square" tIns="0">
            <a:noAutofit/>
          </a:bodyPr>
          <a:lstStyle>
            <a:lvl1pPr indent="-495300" lvl="0" marL="457200" algn="l">
              <a:lnSpc>
                <a:spcPct val="80000"/>
              </a:lnSpc>
              <a:spcBef>
                <a:spcPts val="1200"/>
              </a:spcBef>
              <a:spcAft>
                <a:spcPts val="0"/>
              </a:spcAft>
              <a:buClr>
                <a:schemeClr val="lt1"/>
              </a:buClr>
              <a:buSzPts val="4200"/>
              <a:buFont typeface="Arial"/>
              <a:buChar char="​"/>
              <a:defRPr b="1" sz="4200">
                <a:solidFill>
                  <a:schemeClr val="lt1"/>
                </a:solidFill>
                <a:latin typeface="Montserrat"/>
                <a:ea typeface="Montserrat"/>
                <a:cs typeface="Montserrat"/>
                <a:sym typeface="Montserrat"/>
              </a:defRPr>
            </a:lvl1pPr>
            <a:lvl2pPr indent="-368300" lvl="1" marL="914400" algn="l">
              <a:lnSpc>
                <a:spcPct val="83000"/>
              </a:lnSpc>
              <a:spcBef>
                <a:spcPts val="300"/>
              </a:spcBef>
              <a:spcAft>
                <a:spcPts val="0"/>
              </a:spcAft>
              <a:buSzPts val="2200"/>
              <a:buFont typeface="Arial"/>
              <a:buChar char="​"/>
              <a:defRPr sz="2200">
                <a:solidFill>
                  <a:schemeClr val="lt1"/>
                </a:solidFill>
                <a:latin typeface="Montserrat Medium"/>
                <a:ea typeface="Montserrat Medium"/>
                <a:cs typeface="Montserrat Medium"/>
                <a:sym typeface="Montserrat Medium"/>
              </a:defRPr>
            </a:lvl2pPr>
            <a:lvl3pPr indent="-342900" lvl="2" marL="1371600" algn="l">
              <a:lnSpc>
                <a:spcPct val="120000"/>
              </a:lnSpc>
              <a:spcBef>
                <a:spcPts val="1200"/>
              </a:spcBef>
              <a:spcAft>
                <a:spcPts val="0"/>
              </a:spcAft>
              <a:buClr>
                <a:schemeClr val="lt1"/>
              </a:buClr>
              <a:buSzPts val="1800"/>
              <a:buFont typeface="Arial"/>
              <a:buChar char="​"/>
              <a:defRPr sz="1800">
                <a:solidFill>
                  <a:schemeClr val="lt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lt1"/>
              </a:buClr>
              <a:buSzPts val="1400"/>
              <a:buFont typeface="Arial"/>
              <a:buChar char="•"/>
              <a:defRPr b="0" sz="1400">
                <a:solidFill>
                  <a:schemeClr val="lt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lt1"/>
              </a:buClr>
              <a:buSzPts val="1200"/>
              <a:buFont typeface="Arial"/>
              <a:buChar char="–"/>
              <a:defRPr sz="1200">
                <a:solidFill>
                  <a:schemeClr val="lt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lt1"/>
              </a:buClr>
              <a:buSzPts val="2000"/>
              <a:buFont typeface="Arial"/>
              <a:buChar char="​"/>
              <a:defRPr b="1" sz="2000">
                <a:solidFill>
                  <a:schemeClr val="lt1"/>
                </a:solidFill>
                <a:latin typeface="Arial"/>
                <a:ea typeface="Arial"/>
                <a:cs typeface="Arial"/>
                <a:sym typeface="Arial"/>
              </a:defRPr>
            </a:lvl6pPr>
            <a:lvl7pPr indent="-317500" lvl="6" marL="3200400" algn="l">
              <a:lnSpc>
                <a:spcPct val="90000"/>
              </a:lnSpc>
              <a:spcBef>
                <a:spcPts val="0"/>
              </a:spcBef>
              <a:spcAft>
                <a:spcPts val="0"/>
              </a:spcAft>
              <a:buSzPts val="1400"/>
              <a:buFont typeface="Arial"/>
              <a:buChar char="​"/>
              <a:defRPr sz="1400">
                <a:solidFill>
                  <a:schemeClr val="l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lt1"/>
              </a:buClr>
              <a:buSzPts val="1400"/>
              <a:buFont typeface="Arial"/>
              <a:buChar char="​"/>
              <a:defRPr sz="1400">
                <a:solidFill>
                  <a:schemeClr val="lt1"/>
                </a:solidFill>
                <a:latin typeface="Montserrat"/>
                <a:ea typeface="Montserrat"/>
                <a:cs typeface="Montserrat"/>
                <a:sym typeface="Montserrat"/>
              </a:defRPr>
            </a:lvl8pPr>
            <a:lvl9pPr indent="-304800" lvl="8" marL="4114800" algn="l">
              <a:lnSpc>
                <a:spcPct val="80000"/>
              </a:lnSpc>
              <a:spcBef>
                <a:spcPts val="600"/>
              </a:spcBef>
              <a:spcAft>
                <a:spcPts val="0"/>
              </a:spcAft>
              <a:buClr>
                <a:schemeClr val="lt1"/>
              </a:buClr>
              <a:buSzPts val="1200"/>
              <a:buFont typeface="Arial"/>
              <a:buChar char="•"/>
              <a:defRPr b="0" sz="1200">
                <a:solidFill>
                  <a:schemeClr val="lt1"/>
                </a:solidFill>
                <a:latin typeface="Montserrat"/>
                <a:ea typeface="Montserrat"/>
                <a:cs typeface="Montserrat"/>
                <a:sym typeface="Montserrat"/>
              </a:defRPr>
            </a:lvl9pPr>
          </a:lstStyle>
          <a:p/>
        </p:txBody>
      </p:sp>
      <p:sp>
        <p:nvSpPr>
          <p:cNvPr id="424" name="Google Shape;424;p29"/>
          <p:cNvSpPr txBox="1"/>
          <p:nvPr>
            <p:ph idx="2" type="body"/>
          </p:nvPr>
        </p:nvSpPr>
        <p:spPr>
          <a:xfrm>
            <a:off x="5062204" y="782636"/>
            <a:ext cx="6580521" cy="5292728"/>
          </a:xfrm>
          <a:prstGeom prst="rect">
            <a:avLst/>
          </a:prstGeom>
          <a:noFill/>
          <a:ln>
            <a:noFill/>
          </a:ln>
        </p:spPr>
        <p:txBody>
          <a:bodyPr anchorCtr="0" anchor="t" bIns="0" lIns="0" spcFirstLastPara="1" rIns="0" wrap="square" tIns="0">
            <a:normAutofit/>
          </a:bodyPr>
          <a:lstStyle>
            <a:lvl1pPr indent="-381000" lvl="0" marL="457200" algn="l">
              <a:lnSpc>
                <a:spcPct val="85000"/>
              </a:lnSpc>
              <a:spcBef>
                <a:spcPts val="3000"/>
              </a:spcBef>
              <a:spcAft>
                <a:spcPts val="0"/>
              </a:spcAft>
              <a:buClr>
                <a:schemeClr val="accent1"/>
              </a:buClr>
              <a:buSzPts val="2400"/>
              <a:buFont typeface="Montserrat"/>
              <a:buAutoNum type="arabicParenR"/>
              <a:defRPr b="1" sz="2400">
                <a:latin typeface="Montserrat"/>
                <a:ea typeface="Montserrat"/>
                <a:cs typeface="Montserrat"/>
                <a:sym typeface="Montserrat"/>
              </a:defRPr>
            </a:lvl1pPr>
            <a:lvl2pPr indent="-342900" lvl="1" marL="914400" algn="l">
              <a:lnSpc>
                <a:spcPct val="85000"/>
              </a:lnSpc>
              <a:spcBef>
                <a:spcPts val="400"/>
              </a:spcBef>
              <a:spcAft>
                <a:spcPts val="0"/>
              </a:spcAft>
              <a:buSzPts val="1800"/>
              <a:buFont typeface="Arial"/>
              <a:buChar char="​"/>
              <a:defRPr sz="1800">
                <a:solidFill>
                  <a:srgbClr val="757575"/>
                </a:solidFill>
                <a:latin typeface="Montserrat"/>
                <a:ea typeface="Montserrat"/>
                <a:cs typeface="Montserrat"/>
                <a:sym typeface="Montserrat"/>
              </a:defRPr>
            </a:lvl2pPr>
            <a:lvl3pPr indent="-355600" lvl="2" marL="1371600" algn="l">
              <a:lnSpc>
                <a:spcPct val="90000"/>
              </a:lnSpc>
              <a:spcBef>
                <a:spcPts val="1200"/>
              </a:spcBef>
              <a:spcAft>
                <a:spcPts val="0"/>
              </a:spcAft>
              <a:buClr>
                <a:schemeClr val="dk1"/>
              </a:buClr>
              <a:buSzPts val="2000"/>
              <a:buFont typeface="Arial"/>
              <a:buChar char="​"/>
              <a:defRPr b="1" sz="2000">
                <a:solidFill>
                  <a:schemeClr val="dk1"/>
                </a:solidFill>
                <a:latin typeface="Montserrat"/>
                <a:ea typeface="Montserrat"/>
                <a:cs typeface="Montserrat"/>
                <a:sym typeface="Montserrat"/>
              </a:defRPr>
            </a:lvl3pPr>
            <a:lvl4pPr indent="-330200" lvl="3" marL="1828800" algn="l">
              <a:lnSpc>
                <a:spcPct val="90000"/>
              </a:lnSpc>
              <a:spcBef>
                <a:spcPts val="0"/>
              </a:spcBef>
              <a:spcAft>
                <a:spcPts val="0"/>
              </a:spcAft>
              <a:buClr>
                <a:schemeClr val="accent1"/>
              </a:buClr>
              <a:buSzPts val="1600"/>
              <a:buFont typeface="Arial"/>
              <a:buChar char="​"/>
              <a:defRPr b="0" sz="1600">
                <a:solidFill>
                  <a:schemeClr val="accent1"/>
                </a:solidFill>
                <a:latin typeface="Montserrat"/>
                <a:ea typeface="Montserrat"/>
                <a:cs typeface="Montserrat"/>
                <a:sym typeface="Montserrat"/>
              </a:defRPr>
            </a:lvl4pPr>
            <a:lvl5pPr indent="-317500" lvl="4" marL="2286000" algn="l">
              <a:lnSpc>
                <a:spcPct val="120000"/>
              </a:lnSpc>
              <a:spcBef>
                <a:spcPts val="800"/>
              </a:spcBef>
              <a:spcAft>
                <a:spcPts val="0"/>
              </a:spcAft>
              <a:buClr>
                <a:schemeClr val="dk1"/>
              </a:buClr>
              <a:buSzPts val="1400"/>
              <a:buFont typeface="Arial"/>
              <a:buChar char="​"/>
              <a:defRPr sz="1400">
                <a:solidFill>
                  <a:schemeClr val="dk1"/>
                </a:solidFill>
                <a:latin typeface="Montserrat"/>
                <a:ea typeface="Montserrat"/>
                <a:cs typeface="Montserrat"/>
                <a:sym typeface="Montserrat"/>
              </a:defRPr>
            </a:lvl5pPr>
            <a:lvl6pPr indent="-304800" lvl="5" marL="2743200" algn="l">
              <a:lnSpc>
                <a:spcPct val="85000"/>
              </a:lnSpc>
              <a:spcBef>
                <a:spcPts val="400"/>
              </a:spcBef>
              <a:spcAft>
                <a:spcPts val="0"/>
              </a:spcAft>
              <a:buClr>
                <a:schemeClr val="accent1"/>
              </a:buClr>
              <a:buSzPts val="1200"/>
              <a:buFont typeface="Arial"/>
              <a:buChar char="•"/>
              <a:defRPr sz="1200">
                <a:solidFill>
                  <a:schemeClr val="dk1"/>
                </a:solidFill>
                <a:latin typeface="Montserrat"/>
                <a:ea typeface="Montserrat"/>
                <a:cs typeface="Montserrat"/>
                <a:sym typeface="Montserrat"/>
              </a:defRPr>
            </a:lvl6pPr>
            <a:lvl7pPr indent="-304800" lvl="6" marL="3200400" algn="l">
              <a:lnSpc>
                <a:spcPct val="85000"/>
              </a:lnSpc>
              <a:spcBef>
                <a:spcPts val="6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7pPr>
            <a:lvl8pPr indent="-368300" lvl="7" marL="3657600" algn="l">
              <a:lnSpc>
                <a:spcPct val="100000"/>
              </a:lnSpc>
              <a:spcBef>
                <a:spcPts val="1200"/>
              </a:spcBef>
              <a:spcAft>
                <a:spcPts val="0"/>
              </a:spcAft>
              <a:buClr>
                <a:schemeClr val="dk1"/>
              </a:buClr>
              <a:buSzPts val="2200"/>
              <a:buFont typeface="Arial"/>
              <a:buChar char="“"/>
              <a:defRPr sz="2200">
                <a:solidFill>
                  <a:schemeClr val="dk1"/>
                </a:solidFill>
                <a:latin typeface="Montserrat"/>
                <a:ea typeface="Montserrat"/>
                <a:cs typeface="Montserrat"/>
                <a:sym typeface="Montserrat"/>
              </a:defRPr>
            </a:lvl8pPr>
            <a:lvl9pPr indent="-317500" lvl="8" marL="4114800" algn="l">
              <a:lnSpc>
                <a:spcPct val="80000"/>
              </a:lnSpc>
              <a:spcBef>
                <a:spcPts val="600"/>
              </a:spcBef>
              <a:spcAft>
                <a:spcPts val="1200"/>
              </a:spcAft>
              <a:buSzPts val="1400"/>
              <a:buFont typeface="Arial"/>
              <a:buChar char="​"/>
              <a:defRPr sz="1400">
                <a:solidFill>
                  <a:schemeClr val="dk1"/>
                </a:solidFill>
                <a:latin typeface="Montserrat"/>
                <a:ea typeface="Montserrat"/>
                <a:cs typeface="Montserrat"/>
                <a:sym typeface="Montserrat"/>
              </a:defRPr>
            </a:lvl9pPr>
          </a:lstStyle>
          <a:p/>
        </p:txBody>
      </p:sp>
      <p:grpSp>
        <p:nvGrpSpPr>
          <p:cNvPr id="425" name="Google Shape;425;p29"/>
          <p:cNvGrpSpPr/>
          <p:nvPr/>
        </p:nvGrpSpPr>
        <p:grpSpPr>
          <a:xfrm>
            <a:off x="274638" y="6348413"/>
            <a:ext cx="939139" cy="235263"/>
            <a:chOff x="10573833" y="4992967"/>
            <a:chExt cx="923543" cy="231356"/>
          </a:xfrm>
        </p:grpSpPr>
        <p:sp>
          <p:nvSpPr>
            <p:cNvPr id="426" name="Google Shape;426;p29"/>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427" name="Google Shape;427;p29"/>
            <p:cNvGrpSpPr/>
            <p:nvPr/>
          </p:nvGrpSpPr>
          <p:grpSpPr>
            <a:xfrm>
              <a:off x="10573833" y="4992967"/>
              <a:ext cx="878511" cy="231356"/>
              <a:chOff x="10573833" y="4992967"/>
              <a:chExt cx="878511" cy="231356"/>
            </a:xfrm>
          </p:grpSpPr>
          <p:grpSp>
            <p:nvGrpSpPr>
              <p:cNvPr id="428" name="Google Shape;428;p29"/>
              <p:cNvGrpSpPr/>
              <p:nvPr/>
            </p:nvGrpSpPr>
            <p:grpSpPr>
              <a:xfrm>
                <a:off x="10573833" y="4992967"/>
                <a:ext cx="675627" cy="231356"/>
                <a:chOff x="10573833" y="4992967"/>
                <a:chExt cx="675627" cy="231356"/>
              </a:xfrm>
            </p:grpSpPr>
            <p:sp>
              <p:nvSpPr>
                <p:cNvPr id="429" name="Google Shape;429;p29"/>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30" name="Google Shape;430;p29"/>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31" name="Google Shape;431;p29"/>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32" name="Google Shape;432;p29"/>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33" name="Google Shape;433;p29"/>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34" name="Google Shape;434;p29"/>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435" name="Google Shape;435;p29"/>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436" name="Google Shape;436;p29"/>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437" name="Google Shape;437;p29"/>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Half Photo Right" showMasterSp="0">
  <p:cSld name="30_Half Photo Right">
    <p:spTree>
      <p:nvGrpSpPr>
        <p:cNvPr id="438" name="Shape 438"/>
        <p:cNvGrpSpPr/>
        <p:nvPr/>
      </p:nvGrpSpPr>
      <p:grpSpPr>
        <a:xfrm>
          <a:off x="0" y="0"/>
          <a:ext cx="0" cy="0"/>
          <a:chOff x="0" y="0"/>
          <a:chExt cx="0" cy="0"/>
        </a:xfrm>
      </p:grpSpPr>
      <p:sp>
        <p:nvSpPr>
          <p:cNvPr id="439" name="Google Shape;439;p30"/>
          <p:cNvSpPr/>
          <p:nvPr/>
        </p:nvSpPr>
        <p:spPr>
          <a:xfrm>
            <a:off x="0" y="0"/>
            <a:ext cx="12192000" cy="6858000"/>
          </a:xfrm>
          <a:custGeom>
            <a:rect b="b" l="l" r="r" t="t"/>
            <a:pathLst>
              <a:path extrusionOk="0" h="6858000" w="12192000">
                <a:moveTo>
                  <a:pt x="6096001" y="782636"/>
                </a:moveTo>
                <a:lnTo>
                  <a:pt x="6096001" y="6075366"/>
                </a:lnTo>
                <a:lnTo>
                  <a:pt x="6362701" y="6075366"/>
                </a:lnTo>
                <a:lnTo>
                  <a:pt x="6362701" y="782636"/>
                </a:ln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440" name="Google Shape;440;p30"/>
          <p:cNvSpPr txBox="1"/>
          <p:nvPr>
            <p:ph idx="1" type="body"/>
          </p:nvPr>
        </p:nvSpPr>
        <p:spPr>
          <a:xfrm>
            <a:off x="547689" y="782636"/>
            <a:ext cx="5006974" cy="5292728"/>
          </a:xfrm>
          <a:prstGeom prst="rect">
            <a:avLst/>
          </a:prstGeom>
          <a:noFill/>
          <a:ln>
            <a:noFill/>
          </a:ln>
        </p:spPr>
        <p:txBody>
          <a:bodyPr anchorCtr="0" anchor="ctr" bIns="0" lIns="0" spcFirstLastPara="1" rIns="0" wrap="square" tIns="0">
            <a:normAutofit/>
          </a:bodyPr>
          <a:lstStyle>
            <a:lvl1pPr indent="-571500" lvl="0" marL="457200" algn="l">
              <a:lnSpc>
                <a:spcPct val="80000"/>
              </a:lnSpc>
              <a:spcBef>
                <a:spcPts val="1200"/>
              </a:spcBef>
              <a:spcAft>
                <a:spcPts val="0"/>
              </a:spcAft>
              <a:buClr>
                <a:schemeClr val="dk1"/>
              </a:buClr>
              <a:buSzPts val="5400"/>
              <a:buFont typeface="Arial"/>
              <a:buChar char="​"/>
              <a:defRPr b="1" sz="5400">
                <a:latin typeface="Montserrat"/>
                <a:ea typeface="Montserrat"/>
                <a:cs typeface="Montserrat"/>
                <a:sym typeface="Montserrat"/>
              </a:defRPr>
            </a:lvl1pPr>
            <a:lvl2pPr indent="-406400" lvl="1" marL="914400" algn="l">
              <a:lnSpc>
                <a:spcPct val="83000"/>
              </a:lnSpc>
              <a:spcBef>
                <a:spcPts val="300"/>
              </a:spcBef>
              <a:spcAft>
                <a:spcPts val="0"/>
              </a:spcAft>
              <a:buSzPts val="2800"/>
              <a:buFont typeface="Arial"/>
              <a:buChar char="​"/>
              <a:defRPr sz="2800">
                <a:solidFill>
                  <a:schemeClr val="accent1"/>
                </a:solidFill>
                <a:latin typeface="Montserrat Medium"/>
                <a:ea typeface="Montserrat Medium"/>
                <a:cs typeface="Montserrat Medium"/>
                <a:sym typeface="Montserrat Medium"/>
              </a:defRPr>
            </a:lvl2pPr>
            <a:lvl3pPr indent="-342900" lvl="2" marL="1371600" algn="l">
              <a:lnSpc>
                <a:spcPct val="120000"/>
              </a:lnSpc>
              <a:spcBef>
                <a:spcPts val="3000"/>
              </a:spcBef>
              <a:spcAft>
                <a:spcPts val="0"/>
              </a:spcAft>
              <a:buClr>
                <a:schemeClr val="dk1"/>
              </a:buClr>
              <a:buSzPts val="1800"/>
              <a:buFont typeface="Arial"/>
              <a:buChar char="​"/>
              <a:defRPr sz="1800">
                <a:solidFill>
                  <a:schemeClr val="dk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accent1"/>
              </a:buClr>
              <a:buSzPts val="1400"/>
              <a:buFont typeface="Arial"/>
              <a:buChar char="•"/>
              <a:defRPr b="0" sz="1400">
                <a:solidFill>
                  <a:schemeClr val="dk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dk1"/>
              </a:buClr>
              <a:buSzPts val="2000"/>
              <a:buFont typeface="Arial"/>
              <a:buChar char="​"/>
              <a:defRPr b="1" sz="2000">
                <a:solidFill>
                  <a:schemeClr val="dk1"/>
                </a:solidFill>
                <a:latin typeface="Arial"/>
                <a:ea typeface="Arial"/>
                <a:cs typeface="Arial"/>
                <a:sym typeface="Arial"/>
              </a:defRPr>
            </a:lvl6pPr>
            <a:lvl7pPr indent="-317500" lvl="6" marL="3200400" algn="l">
              <a:lnSpc>
                <a:spcPct val="90000"/>
              </a:lnSpc>
              <a:spcBef>
                <a:spcPts val="0"/>
              </a:spcBef>
              <a:spcAft>
                <a:spcPts val="0"/>
              </a:spcAft>
              <a:buSzPts val="1400"/>
              <a:buFont typeface="Arial"/>
              <a:buChar char="​"/>
              <a:defRPr sz="1400">
                <a:solidFill>
                  <a:schemeClr val="accen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dk1"/>
              </a:buClr>
              <a:buSzPts val="1400"/>
              <a:buFont typeface="Arial"/>
              <a:buChar char="​"/>
              <a:defRPr sz="1400">
                <a:solidFill>
                  <a:schemeClr val="dk1"/>
                </a:solidFill>
                <a:latin typeface="Montserrat"/>
                <a:ea typeface="Montserrat"/>
                <a:cs typeface="Montserrat"/>
                <a:sym typeface="Montserrat"/>
              </a:defRPr>
            </a:lvl8pPr>
            <a:lvl9pPr indent="-304800" lvl="8" marL="4114800" algn="l">
              <a:lnSpc>
                <a:spcPct val="80000"/>
              </a:lnSpc>
              <a:spcBef>
                <a:spcPts val="600"/>
              </a:spcBef>
              <a:spcAft>
                <a:spcPts val="0"/>
              </a:spcAft>
              <a:buClr>
                <a:schemeClr val="accent1"/>
              </a:buClr>
              <a:buSzPts val="1200"/>
              <a:buFont typeface="Arial"/>
              <a:buChar char="•"/>
              <a:defRPr b="0" sz="1200">
                <a:solidFill>
                  <a:schemeClr val="dk1"/>
                </a:solidFill>
                <a:latin typeface="Montserrat"/>
                <a:ea typeface="Montserrat"/>
                <a:cs typeface="Montserrat"/>
                <a:sym typeface="Montserrat"/>
              </a:defRPr>
            </a:lvl9pPr>
          </a:lstStyle>
          <a:p/>
        </p:txBody>
      </p:sp>
      <p:sp>
        <p:nvSpPr>
          <p:cNvPr id="441" name="Google Shape;441;p30"/>
          <p:cNvSpPr/>
          <p:nvPr>
            <p:ph idx="2" type="pic"/>
          </p:nvPr>
        </p:nvSpPr>
        <p:spPr>
          <a:xfrm>
            <a:off x="6362700" y="274638"/>
            <a:ext cx="5554664" cy="6308724"/>
          </a:xfrm>
          <a:prstGeom prst="rect">
            <a:avLst/>
          </a:prstGeom>
          <a:solidFill>
            <a:schemeClr val="lt2"/>
          </a:solidFill>
          <a:ln>
            <a:noFill/>
          </a:ln>
        </p:spPr>
      </p:sp>
      <p:grpSp>
        <p:nvGrpSpPr>
          <p:cNvPr id="442" name="Google Shape;442;p30"/>
          <p:cNvGrpSpPr/>
          <p:nvPr/>
        </p:nvGrpSpPr>
        <p:grpSpPr>
          <a:xfrm>
            <a:off x="274638" y="6348413"/>
            <a:ext cx="939139" cy="235263"/>
            <a:chOff x="10573833" y="4992967"/>
            <a:chExt cx="923543" cy="231356"/>
          </a:xfrm>
        </p:grpSpPr>
        <p:sp>
          <p:nvSpPr>
            <p:cNvPr id="443" name="Google Shape;443;p30"/>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444" name="Google Shape;444;p30"/>
            <p:cNvGrpSpPr/>
            <p:nvPr/>
          </p:nvGrpSpPr>
          <p:grpSpPr>
            <a:xfrm>
              <a:off x="10573833" y="4992967"/>
              <a:ext cx="878511" cy="231356"/>
              <a:chOff x="10573833" y="4992967"/>
              <a:chExt cx="878511" cy="231356"/>
            </a:xfrm>
          </p:grpSpPr>
          <p:grpSp>
            <p:nvGrpSpPr>
              <p:cNvPr id="445" name="Google Shape;445;p30"/>
              <p:cNvGrpSpPr/>
              <p:nvPr/>
            </p:nvGrpSpPr>
            <p:grpSpPr>
              <a:xfrm>
                <a:off x="10573833" y="4992967"/>
                <a:ext cx="675627" cy="231356"/>
                <a:chOff x="10573833" y="4992967"/>
                <a:chExt cx="675627" cy="231356"/>
              </a:xfrm>
            </p:grpSpPr>
            <p:sp>
              <p:nvSpPr>
                <p:cNvPr id="446" name="Google Shape;446;p30"/>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47" name="Google Shape;447;p30"/>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48" name="Google Shape;448;p30"/>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49" name="Google Shape;449;p30"/>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50" name="Google Shape;450;p30"/>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51" name="Google Shape;451;p30"/>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452" name="Google Shape;452;p30"/>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453" name="Google Shape;453;p30"/>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454" name="Google Shape;454;p30"/>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Half Photo Left" showMasterSp="0">
  <p:cSld name="31_Half Photo Left">
    <p:spTree>
      <p:nvGrpSpPr>
        <p:cNvPr id="455" name="Shape 455"/>
        <p:cNvGrpSpPr/>
        <p:nvPr/>
      </p:nvGrpSpPr>
      <p:grpSpPr>
        <a:xfrm>
          <a:off x="0" y="0"/>
          <a:ext cx="0" cy="0"/>
          <a:chOff x="0" y="0"/>
          <a:chExt cx="0" cy="0"/>
        </a:xfrm>
      </p:grpSpPr>
      <p:sp>
        <p:nvSpPr>
          <p:cNvPr id="456" name="Google Shape;456;p31"/>
          <p:cNvSpPr/>
          <p:nvPr/>
        </p:nvSpPr>
        <p:spPr>
          <a:xfrm>
            <a:off x="0" y="0"/>
            <a:ext cx="12192000" cy="6858000"/>
          </a:xfrm>
          <a:custGeom>
            <a:rect b="b" l="l" r="r" t="t"/>
            <a:pathLst>
              <a:path extrusionOk="0" h="6858000" w="12192000">
                <a:moveTo>
                  <a:pt x="5821364" y="782637"/>
                </a:moveTo>
                <a:lnTo>
                  <a:pt x="5821364" y="6075363"/>
                </a:lnTo>
                <a:lnTo>
                  <a:pt x="6096000" y="6075363"/>
                </a:lnTo>
                <a:lnTo>
                  <a:pt x="6096000" y="782637"/>
                </a:ln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457" name="Google Shape;457;p31"/>
          <p:cNvSpPr txBox="1"/>
          <p:nvPr>
            <p:ph idx="1" type="body"/>
          </p:nvPr>
        </p:nvSpPr>
        <p:spPr>
          <a:xfrm>
            <a:off x="6641306" y="782637"/>
            <a:ext cx="5001419" cy="5292726"/>
          </a:xfrm>
          <a:prstGeom prst="rect">
            <a:avLst/>
          </a:prstGeom>
          <a:noFill/>
          <a:ln>
            <a:noFill/>
          </a:ln>
        </p:spPr>
        <p:txBody>
          <a:bodyPr anchorCtr="0" anchor="ctr" bIns="0" lIns="0" spcFirstLastPara="1" rIns="0" wrap="square" tIns="0">
            <a:normAutofit/>
          </a:bodyPr>
          <a:lstStyle>
            <a:lvl1pPr indent="-571500" lvl="0" marL="457200" algn="l">
              <a:lnSpc>
                <a:spcPct val="80000"/>
              </a:lnSpc>
              <a:spcBef>
                <a:spcPts val="1200"/>
              </a:spcBef>
              <a:spcAft>
                <a:spcPts val="0"/>
              </a:spcAft>
              <a:buClr>
                <a:schemeClr val="dk1"/>
              </a:buClr>
              <a:buSzPts val="5400"/>
              <a:buFont typeface="Arial"/>
              <a:buChar char="​"/>
              <a:defRPr b="1" sz="5400">
                <a:latin typeface="Montserrat"/>
                <a:ea typeface="Montserrat"/>
                <a:cs typeface="Montserrat"/>
                <a:sym typeface="Montserrat"/>
              </a:defRPr>
            </a:lvl1pPr>
            <a:lvl2pPr indent="-406400" lvl="1" marL="914400" algn="l">
              <a:lnSpc>
                <a:spcPct val="83000"/>
              </a:lnSpc>
              <a:spcBef>
                <a:spcPts val="300"/>
              </a:spcBef>
              <a:spcAft>
                <a:spcPts val="0"/>
              </a:spcAft>
              <a:buSzPts val="2800"/>
              <a:buFont typeface="Arial"/>
              <a:buChar char="​"/>
              <a:defRPr sz="2800">
                <a:solidFill>
                  <a:schemeClr val="accent1"/>
                </a:solidFill>
                <a:latin typeface="Montserrat Medium"/>
                <a:ea typeface="Montserrat Medium"/>
                <a:cs typeface="Montserrat Medium"/>
                <a:sym typeface="Montserrat Medium"/>
              </a:defRPr>
            </a:lvl2pPr>
            <a:lvl3pPr indent="-342900" lvl="2" marL="1371600" algn="l">
              <a:lnSpc>
                <a:spcPct val="120000"/>
              </a:lnSpc>
              <a:spcBef>
                <a:spcPts val="3000"/>
              </a:spcBef>
              <a:spcAft>
                <a:spcPts val="0"/>
              </a:spcAft>
              <a:buClr>
                <a:schemeClr val="dk1"/>
              </a:buClr>
              <a:buSzPts val="1800"/>
              <a:buFont typeface="Arial"/>
              <a:buChar char="​"/>
              <a:defRPr sz="1800">
                <a:solidFill>
                  <a:schemeClr val="dk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accent1"/>
              </a:buClr>
              <a:buSzPts val="1400"/>
              <a:buFont typeface="Arial"/>
              <a:buChar char="•"/>
              <a:defRPr b="0" sz="1400">
                <a:solidFill>
                  <a:schemeClr val="dk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dk1"/>
              </a:buClr>
              <a:buSzPts val="2000"/>
              <a:buFont typeface="Arial"/>
              <a:buChar char="​"/>
              <a:defRPr b="1" sz="2000">
                <a:solidFill>
                  <a:schemeClr val="dk1"/>
                </a:solidFill>
                <a:latin typeface="Arial"/>
                <a:ea typeface="Arial"/>
                <a:cs typeface="Arial"/>
                <a:sym typeface="Arial"/>
              </a:defRPr>
            </a:lvl6pPr>
            <a:lvl7pPr indent="-330200" lvl="6" marL="3200400" algn="l">
              <a:lnSpc>
                <a:spcPct val="90000"/>
              </a:lnSpc>
              <a:spcBef>
                <a:spcPts val="0"/>
              </a:spcBef>
              <a:spcAft>
                <a:spcPts val="0"/>
              </a:spcAft>
              <a:buSzPts val="1600"/>
              <a:buFont typeface="Arial"/>
              <a:buChar char="​"/>
              <a:defRPr sz="1600">
                <a:solidFill>
                  <a:schemeClr val="accen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dk1"/>
              </a:buClr>
              <a:buSzPts val="1400"/>
              <a:buFont typeface="Arial"/>
              <a:buChar char="​"/>
              <a:defRPr sz="1400">
                <a:solidFill>
                  <a:schemeClr val="dk1"/>
                </a:solidFill>
                <a:latin typeface="Montserrat"/>
                <a:ea typeface="Montserrat"/>
                <a:cs typeface="Montserrat"/>
                <a:sym typeface="Montserrat"/>
              </a:defRPr>
            </a:lvl8pPr>
            <a:lvl9pPr indent="-304800" lvl="8" marL="4114800" algn="l">
              <a:lnSpc>
                <a:spcPct val="80000"/>
              </a:lnSpc>
              <a:spcBef>
                <a:spcPts val="600"/>
              </a:spcBef>
              <a:spcAft>
                <a:spcPts val="0"/>
              </a:spcAft>
              <a:buClr>
                <a:schemeClr val="accent1"/>
              </a:buClr>
              <a:buSzPts val="1200"/>
              <a:buFont typeface="Arial"/>
              <a:buChar char="•"/>
              <a:defRPr b="0" sz="1200">
                <a:solidFill>
                  <a:schemeClr val="dk1"/>
                </a:solidFill>
                <a:latin typeface="Montserrat"/>
                <a:ea typeface="Montserrat"/>
                <a:cs typeface="Montserrat"/>
                <a:sym typeface="Montserrat"/>
              </a:defRPr>
            </a:lvl9pPr>
          </a:lstStyle>
          <a:p/>
        </p:txBody>
      </p:sp>
      <p:sp>
        <p:nvSpPr>
          <p:cNvPr id="458" name="Google Shape;458;p31"/>
          <p:cNvSpPr/>
          <p:nvPr>
            <p:ph idx="2" type="pic"/>
          </p:nvPr>
        </p:nvSpPr>
        <p:spPr>
          <a:xfrm>
            <a:off x="274638" y="274638"/>
            <a:ext cx="5546726" cy="6308722"/>
          </a:xfrm>
          <a:prstGeom prst="rect">
            <a:avLst/>
          </a:prstGeom>
          <a:solidFill>
            <a:schemeClr val="lt2"/>
          </a:solidFill>
          <a:ln>
            <a:noFill/>
          </a:ln>
        </p:spPr>
      </p:sp>
      <p:sp>
        <p:nvSpPr>
          <p:cNvPr id="459" name="Google Shape;459;p31"/>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460" name="Google Shape;460;p31"/>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Photo Banner Right" showMasterSp="0">
  <p:cSld name="32_Photo Banner Right">
    <p:spTree>
      <p:nvGrpSpPr>
        <p:cNvPr id="461" name="Shape 461"/>
        <p:cNvGrpSpPr/>
        <p:nvPr/>
      </p:nvGrpSpPr>
      <p:grpSpPr>
        <a:xfrm>
          <a:off x="0" y="0"/>
          <a:ext cx="0" cy="0"/>
          <a:chOff x="0" y="0"/>
          <a:chExt cx="0" cy="0"/>
        </a:xfrm>
      </p:grpSpPr>
      <p:sp>
        <p:nvSpPr>
          <p:cNvPr id="462" name="Google Shape;462;p32"/>
          <p:cNvSpPr/>
          <p:nvPr/>
        </p:nvSpPr>
        <p:spPr>
          <a:xfrm>
            <a:off x="0" y="0"/>
            <a:ext cx="12192000" cy="6858000"/>
          </a:xfrm>
          <a:custGeom>
            <a:rect b="b" l="l" r="r" t="t"/>
            <a:pathLst>
              <a:path extrusionOk="0" h="6858000" w="12192000">
                <a:moveTo>
                  <a:pt x="6814094" y="5948679"/>
                </a:moveTo>
                <a:lnTo>
                  <a:pt x="6814094" y="6075361"/>
                </a:lnTo>
                <a:lnTo>
                  <a:pt x="11199270" y="6075361"/>
                </a:lnTo>
                <a:lnTo>
                  <a:pt x="11199270" y="5948679"/>
                </a:ln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463" name="Google Shape;463;p32"/>
          <p:cNvSpPr txBox="1"/>
          <p:nvPr>
            <p:ph idx="1" type="body"/>
          </p:nvPr>
        </p:nvSpPr>
        <p:spPr>
          <a:xfrm>
            <a:off x="547688" y="782637"/>
            <a:ext cx="5273675" cy="5292726"/>
          </a:xfrm>
          <a:prstGeom prst="rect">
            <a:avLst/>
          </a:prstGeom>
          <a:noFill/>
          <a:ln>
            <a:noFill/>
          </a:ln>
        </p:spPr>
        <p:txBody>
          <a:bodyPr anchorCtr="0" anchor="ctr" bIns="0" lIns="0" spcFirstLastPara="1" rIns="0" wrap="square" tIns="0">
            <a:normAutofit/>
          </a:bodyPr>
          <a:lstStyle>
            <a:lvl1pPr indent="-571500" lvl="0" marL="457200" algn="l">
              <a:lnSpc>
                <a:spcPct val="80000"/>
              </a:lnSpc>
              <a:spcBef>
                <a:spcPts val="1200"/>
              </a:spcBef>
              <a:spcAft>
                <a:spcPts val="0"/>
              </a:spcAft>
              <a:buClr>
                <a:schemeClr val="dk1"/>
              </a:buClr>
              <a:buSzPts val="5400"/>
              <a:buFont typeface="Arial"/>
              <a:buChar char="​"/>
              <a:defRPr b="1" sz="5400">
                <a:latin typeface="Montserrat"/>
                <a:ea typeface="Montserrat"/>
                <a:cs typeface="Montserrat"/>
                <a:sym typeface="Montserrat"/>
              </a:defRPr>
            </a:lvl1pPr>
            <a:lvl2pPr indent="-406400" lvl="1" marL="914400" algn="l">
              <a:lnSpc>
                <a:spcPct val="83000"/>
              </a:lnSpc>
              <a:spcBef>
                <a:spcPts val="300"/>
              </a:spcBef>
              <a:spcAft>
                <a:spcPts val="0"/>
              </a:spcAft>
              <a:buSzPts val="2800"/>
              <a:buFont typeface="Arial"/>
              <a:buChar char="​"/>
              <a:defRPr sz="2800">
                <a:solidFill>
                  <a:schemeClr val="accent1"/>
                </a:solidFill>
                <a:latin typeface="Montserrat Medium"/>
                <a:ea typeface="Montserrat Medium"/>
                <a:cs typeface="Montserrat Medium"/>
                <a:sym typeface="Montserrat Medium"/>
              </a:defRPr>
            </a:lvl2pPr>
            <a:lvl3pPr indent="-342900" lvl="2" marL="1371600" algn="l">
              <a:lnSpc>
                <a:spcPct val="120000"/>
              </a:lnSpc>
              <a:spcBef>
                <a:spcPts val="3000"/>
              </a:spcBef>
              <a:spcAft>
                <a:spcPts val="0"/>
              </a:spcAft>
              <a:buClr>
                <a:schemeClr val="dk1"/>
              </a:buClr>
              <a:buSzPts val="1800"/>
              <a:buFont typeface="Arial"/>
              <a:buChar char="​"/>
              <a:defRPr sz="1800">
                <a:solidFill>
                  <a:schemeClr val="dk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accent1"/>
              </a:buClr>
              <a:buSzPts val="1400"/>
              <a:buFont typeface="Arial"/>
              <a:buChar char="•"/>
              <a:defRPr b="0" sz="1400">
                <a:solidFill>
                  <a:schemeClr val="dk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dk1"/>
              </a:buClr>
              <a:buSzPts val="2000"/>
              <a:buFont typeface="Arial"/>
              <a:buChar char="​"/>
              <a:defRPr b="1" sz="2000">
                <a:solidFill>
                  <a:schemeClr val="dk1"/>
                </a:solidFill>
                <a:latin typeface="Montserrat"/>
                <a:ea typeface="Montserrat"/>
                <a:cs typeface="Montserrat"/>
                <a:sym typeface="Montserrat"/>
              </a:defRPr>
            </a:lvl6pPr>
            <a:lvl7pPr indent="-317500" lvl="6" marL="3200400" algn="l">
              <a:lnSpc>
                <a:spcPct val="90000"/>
              </a:lnSpc>
              <a:spcBef>
                <a:spcPts val="0"/>
              </a:spcBef>
              <a:spcAft>
                <a:spcPts val="0"/>
              </a:spcAft>
              <a:buSzPts val="1400"/>
              <a:buFont typeface="Arial"/>
              <a:buChar char="​"/>
              <a:defRPr sz="1400">
                <a:solidFill>
                  <a:schemeClr val="accen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dk1"/>
              </a:buClr>
              <a:buSzPts val="1400"/>
              <a:buFont typeface="Arial"/>
              <a:buChar char="​"/>
              <a:defRPr b="0" sz="1400">
                <a:solidFill>
                  <a:schemeClr val="dk1"/>
                </a:solidFill>
                <a:latin typeface="Montserrat"/>
                <a:ea typeface="Montserrat"/>
                <a:cs typeface="Montserrat"/>
                <a:sym typeface="Montserrat"/>
              </a:defRPr>
            </a:lvl8pPr>
            <a:lvl9pPr indent="-304800" lvl="8" marL="4114800" algn="l">
              <a:lnSpc>
                <a:spcPct val="80000"/>
              </a:lnSpc>
              <a:spcBef>
                <a:spcPts val="600"/>
              </a:spcBef>
              <a:spcAft>
                <a:spcPts val="0"/>
              </a:spcAft>
              <a:buClr>
                <a:schemeClr val="accent1"/>
              </a:buClr>
              <a:buSzPts val="1200"/>
              <a:buFont typeface="Arial"/>
              <a:buChar char="•"/>
              <a:defRPr b="0" sz="1200">
                <a:solidFill>
                  <a:schemeClr val="dk1"/>
                </a:solidFill>
                <a:latin typeface="Montserrat"/>
                <a:ea typeface="Montserrat"/>
                <a:cs typeface="Montserrat"/>
                <a:sym typeface="Montserrat"/>
              </a:defRPr>
            </a:lvl9pPr>
          </a:lstStyle>
          <a:p/>
        </p:txBody>
      </p:sp>
      <p:sp>
        <p:nvSpPr>
          <p:cNvPr id="464" name="Google Shape;464;p32"/>
          <p:cNvSpPr/>
          <p:nvPr>
            <p:ph idx="2" type="pic"/>
          </p:nvPr>
        </p:nvSpPr>
        <p:spPr>
          <a:xfrm>
            <a:off x="6370639" y="274638"/>
            <a:ext cx="5272086" cy="5674042"/>
          </a:xfrm>
          <a:prstGeom prst="rect">
            <a:avLst/>
          </a:prstGeom>
          <a:solidFill>
            <a:schemeClr val="lt2"/>
          </a:solidFill>
          <a:ln>
            <a:noFill/>
          </a:ln>
        </p:spPr>
      </p:sp>
      <p:grpSp>
        <p:nvGrpSpPr>
          <p:cNvPr id="465" name="Google Shape;465;p32"/>
          <p:cNvGrpSpPr/>
          <p:nvPr/>
        </p:nvGrpSpPr>
        <p:grpSpPr>
          <a:xfrm>
            <a:off x="274638" y="6348413"/>
            <a:ext cx="939139" cy="235263"/>
            <a:chOff x="10573833" y="4992967"/>
            <a:chExt cx="923543" cy="231356"/>
          </a:xfrm>
        </p:grpSpPr>
        <p:sp>
          <p:nvSpPr>
            <p:cNvPr id="466" name="Google Shape;466;p32"/>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467" name="Google Shape;467;p32"/>
            <p:cNvGrpSpPr/>
            <p:nvPr/>
          </p:nvGrpSpPr>
          <p:grpSpPr>
            <a:xfrm>
              <a:off x="10573833" y="4992967"/>
              <a:ext cx="878511" cy="231356"/>
              <a:chOff x="10573833" y="4992967"/>
              <a:chExt cx="878511" cy="231356"/>
            </a:xfrm>
          </p:grpSpPr>
          <p:grpSp>
            <p:nvGrpSpPr>
              <p:cNvPr id="468" name="Google Shape;468;p32"/>
              <p:cNvGrpSpPr/>
              <p:nvPr/>
            </p:nvGrpSpPr>
            <p:grpSpPr>
              <a:xfrm>
                <a:off x="10573833" y="4992967"/>
                <a:ext cx="675627" cy="231356"/>
                <a:chOff x="10573833" y="4992967"/>
                <a:chExt cx="675627" cy="231356"/>
              </a:xfrm>
            </p:grpSpPr>
            <p:sp>
              <p:nvSpPr>
                <p:cNvPr id="469" name="Google Shape;469;p32"/>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70" name="Google Shape;470;p32"/>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71" name="Google Shape;471;p32"/>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72" name="Google Shape;472;p32"/>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73" name="Google Shape;473;p32"/>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74" name="Google Shape;474;p32"/>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475" name="Google Shape;475;p32"/>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476" name="Google Shape;476;p32"/>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rtl="0" algn="r">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rgbClr val="808080"/>
              </a:solidFill>
              <a:latin typeface="Montserrat"/>
              <a:ea typeface="Montserrat"/>
              <a:cs typeface="Montserrat"/>
              <a:sym typeface="Montserrat"/>
            </a:endParaRPr>
          </a:p>
        </p:txBody>
      </p:sp>
      <p:sp>
        <p:nvSpPr>
          <p:cNvPr id="477" name="Google Shape;477;p32"/>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Photo Banner Left" showMasterSp="0">
  <p:cSld name="33_Photo Banner Left">
    <p:spTree>
      <p:nvGrpSpPr>
        <p:cNvPr id="478" name="Shape 478"/>
        <p:cNvGrpSpPr/>
        <p:nvPr/>
      </p:nvGrpSpPr>
      <p:grpSpPr>
        <a:xfrm>
          <a:off x="0" y="0"/>
          <a:ext cx="0" cy="0"/>
          <a:chOff x="0" y="0"/>
          <a:chExt cx="0" cy="0"/>
        </a:xfrm>
      </p:grpSpPr>
      <p:sp>
        <p:nvSpPr>
          <p:cNvPr id="479" name="Google Shape;479;p33"/>
          <p:cNvSpPr/>
          <p:nvPr/>
        </p:nvSpPr>
        <p:spPr>
          <a:xfrm>
            <a:off x="0" y="0"/>
            <a:ext cx="12192000" cy="6858000"/>
          </a:xfrm>
          <a:custGeom>
            <a:rect b="b" l="l" r="r" t="t"/>
            <a:pathLst>
              <a:path extrusionOk="0" h="6858000" w="12192000">
                <a:moveTo>
                  <a:pt x="965200" y="5948679"/>
                </a:moveTo>
                <a:lnTo>
                  <a:pt x="965200" y="6075361"/>
                </a:lnTo>
                <a:lnTo>
                  <a:pt x="5350376" y="6075361"/>
                </a:lnTo>
                <a:lnTo>
                  <a:pt x="5350376" y="5948679"/>
                </a:ln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480" name="Google Shape;480;p33"/>
          <p:cNvSpPr txBox="1"/>
          <p:nvPr>
            <p:ph idx="1" type="body"/>
          </p:nvPr>
        </p:nvSpPr>
        <p:spPr>
          <a:xfrm>
            <a:off x="6362699" y="782637"/>
            <a:ext cx="5280025" cy="5292726"/>
          </a:xfrm>
          <a:prstGeom prst="rect">
            <a:avLst/>
          </a:prstGeom>
          <a:noFill/>
          <a:ln>
            <a:noFill/>
          </a:ln>
        </p:spPr>
        <p:txBody>
          <a:bodyPr anchorCtr="0" anchor="ctr" bIns="0" lIns="0" spcFirstLastPara="1" rIns="0" wrap="square" tIns="0">
            <a:normAutofit/>
          </a:bodyPr>
          <a:lstStyle>
            <a:lvl1pPr indent="-571500" lvl="0" marL="457200" algn="l">
              <a:lnSpc>
                <a:spcPct val="80000"/>
              </a:lnSpc>
              <a:spcBef>
                <a:spcPts val="1200"/>
              </a:spcBef>
              <a:spcAft>
                <a:spcPts val="0"/>
              </a:spcAft>
              <a:buClr>
                <a:schemeClr val="dk1"/>
              </a:buClr>
              <a:buSzPts val="5400"/>
              <a:buFont typeface="Arial"/>
              <a:buChar char="​"/>
              <a:defRPr b="1" sz="5400">
                <a:latin typeface="Montserrat"/>
                <a:ea typeface="Montserrat"/>
                <a:cs typeface="Montserrat"/>
                <a:sym typeface="Montserrat"/>
              </a:defRPr>
            </a:lvl1pPr>
            <a:lvl2pPr indent="-406400" lvl="1" marL="914400" algn="l">
              <a:lnSpc>
                <a:spcPct val="83000"/>
              </a:lnSpc>
              <a:spcBef>
                <a:spcPts val="300"/>
              </a:spcBef>
              <a:spcAft>
                <a:spcPts val="0"/>
              </a:spcAft>
              <a:buSzPts val="2800"/>
              <a:buFont typeface="Arial"/>
              <a:buChar char="​"/>
              <a:defRPr sz="2800">
                <a:solidFill>
                  <a:schemeClr val="accent1"/>
                </a:solidFill>
                <a:latin typeface="Montserrat Medium"/>
                <a:ea typeface="Montserrat Medium"/>
                <a:cs typeface="Montserrat Medium"/>
                <a:sym typeface="Montserrat Medium"/>
              </a:defRPr>
            </a:lvl2pPr>
            <a:lvl3pPr indent="-342900" lvl="2" marL="1371600" algn="l">
              <a:lnSpc>
                <a:spcPct val="120000"/>
              </a:lnSpc>
              <a:spcBef>
                <a:spcPts val="3000"/>
              </a:spcBef>
              <a:spcAft>
                <a:spcPts val="0"/>
              </a:spcAft>
              <a:buClr>
                <a:schemeClr val="dk1"/>
              </a:buClr>
              <a:buSzPts val="1800"/>
              <a:buFont typeface="Arial"/>
              <a:buChar char="​"/>
              <a:defRPr sz="1800">
                <a:solidFill>
                  <a:schemeClr val="dk1"/>
                </a:solidFill>
                <a:latin typeface="Montserrat"/>
                <a:ea typeface="Montserrat"/>
                <a:cs typeface="Montserrat"/>
                <a:sym typeface="Montserrat"/>
              </a:defRPr>
            </a:lvl3pPr>
            <a:lvl4pPr indent="-317500" lvl="3" marL="1828800" algn="l">
              <a:lnSpc>
                <a:spcPct val="90000"/>
              </a:lnSpc>
              <a:spcBef>
                <a:spcPts val="400"/>
              </a:spcBef>
              <a:spcAft>
                <a:spcPts val="0"/>
              </a:spcAft>
              <a:buClr>
                <a:schemeClr val="accent1"/>
              </a:buClr>
              <a:buSzPts val="1400"/>
              <a:buFont typeface="Arial"/>
              <a:buChar char="•"/>
              <a:defRPr b="0" sz="1400">
                <a:solidFill>
                  <a:schemeClr val="dk1"/>
                </a:solidFill>
                <a:latin typeface="Montserrat"/>
                <a:ea typeface="Montserrat"/>
                <a:cs typeface="Montserrat"/>
                <a:sym typeface="Montserrat"/>
              </a:defRPr>
            </a:lvl4pPr>
            <a:lvl5pPr indent="-304800" lvl="4" marL="2286000" algn="l">
              <a:lnSpc>
                <a:spcPct val="85000"/>
              </a:lnSpc>
              <a:spcBef>
                <a:spcPts val="400"/>
              </a:spcBef>
              <a:spcAft>
                <a:spcPts val="0"/>
              </a:spcAft>
              <a:buClr>
                <a:schemeClr val="dk1"/>
              </a:buClr>
              <a:buSzPts val="1200"/>
              <a:buFont typeface="Arial"/>
              <a:buChar char="–"/>
              <a:defRPr sz="1200">
                <a:solidFill>
                  <a:schemeClr val="dk1"/>
                </a:solidFill>
                <a:latin typeface="Montserrat"/>
                <a:ea typeface="Montserrat"/>
                <a:cs typeface="Montserrat"/>
                <a:sym typeface="Montserrat"/>
              </a:defRPr>
            </a:lvl5pPr>
            <a:lvl6pPr indent="-355600" lvl="5" marL="2743200" algn="l">
              <a:lnSpc>
                <a:spcPct val="90000"/>
              </a:lnSpc>
              <a:spcBef>
                <a:spcPts val="1200"/>
              </a:spcBef>
              <a:spcAft>
                <a:spcPts val="0"/>
              </a:spcAft>
              <a:buClr>
                <a:schemeClr val="dk1"/>
              </a:buClr>
              <a:buSzPts val="2000"/>
              <a:buFont typeface="Arial"/>
              <a:buChar char="​"/>
              <a:defRPr b="1" sz="2000">
                <a:solidFill>
                  <a:schemeClr val="dk1"/>
                </a:solidFill>
                <a:latin typeface="Arial"/>
                <a:ea typeface="Arial"/>
                <a:cs typeface="Arial"/>
                <a:sym typeface="Arial"/>
              </a:defRPr>
            </a:lvl6pPr>
            <a:lvl7pPr indent="-317500" lvl="6" marL="3200400" algn="l">
              <a:lnSpc>
                <a:spcPct val="90000"/>
              </a:lnSpc>
              <a:spcBef>
                <a:spcPts val="0"/>
              </a:spcBef>
              <a:spcAft>
                <a:spcPts val="0"/>
              </a:spcAft>
              <a:buSzPts val="1400"/>
              <a:buFont typeface="Arial"/>
              <a:buChar char="​"/>
              <a:defRPr sz="1400">
                <a:solidFill>
                  <a:schemeClr val="accent1"/>
                </a:solidFill>
                <a:latin typeface="Montserrat"/>
                <a:ea typeface="Montserrat"/>
                <a:cs typeface="Montserrat"/>
                <a:sym typeface="Montserrat"/>
              </a:defRPr>
            </a:lvl7pPr>
            <a:lvl8pPr indent="-317500" lvl="7" marL="3657600" algn="l">
              <a:lnSpc>
                <a:spcPct val="120000"/>
              </a:lnSpc>
              <a:spcBef>
                <a:spcPts val="400"/>
              </a:spcBef>
              <a:spcAft>
                <a:spcPts val="0"/>
              </a:spcAft>
              <a:buClr>
                <a:schemeClr val="dk1"/>
              </a:buClr>
              <a:buSzPts val="1400"/>
              <a:buFont typeface="Arial"/>
              <a:buChar char="​"/>
              <a:defRPr sz="1400">
                <a:solidFill>
                  <a:schemeClr val="dk1"/>
                </a:solidFill>
                <a:latin typeface="Montserrat"/>
                <a:ea typeface="Montserrat"/>
                <a:cs typeface="Montserrat"/>
                <a:sym typeface="Montserrat"/>
              </a:defRPr>
            </a:lvl8pPr>
            <a:lvl9pPr indent="-304800" lvl="8" marL="4114800" algn="l">
              <a:lnSpc>
                <a:spcPct val="80000"/>
              </a:lnSpc>
              <a:spcBef>
                <a:spcPts val="600"/>
              </a:spcBef>
              <a:spcAft>
                <a:spcPts val="0"/>
              </a:spcAft>
              <a:buClr>
                <a:schemeClr val="accent1"/>
              </a:buClr>
              <a:buSzPts val="1200"/>
              <a:buFont typeface="Arial"/>
              <a:buChar char="•"/>
              <a:defRPr b="0" sz="1200">
                <a:solidFill>
                  <a:schemeClr val="dk1"/>
                </a:solidFill>
                <a:latin typeface="Montserrat"/>
                <a:ea typeface="Montserrat"/>
                <a:cs typeface="Montserrat"/>
                <a:sym typeface="Montserrat"/>
              </a:defRPr>
            </a:lvl9pPr>
          </a:lstStyle>
          <a:p/>
        </p:txBody>
      </p:sp>
      <p:sp>
        <p:nvSpPr>
          <p:cNvPr id="481" name="Google Shape;481;p33"/>
          <p:cNvSpPr/>
          <p:nvPr>
            <p:ph idx="2" type="pic"/>
          </p:nvPr>
        </p:nvSpPr>
        <p:spPr>
          <a:xfrm>
            <a:off x="549275" y="274638"/>
            <a:ext cx="5272087" cy="5674042"/>
          </a:xfrm>
          <a:prstGeom prst="rect">
            <a:avLst/>
          </a:prstGeom>
          <a:solidFill>
            <a:schemeClr val="lt2"/>
          </a:solidFill>
          <a:ln>
            <a:noFill/>
          </a:ln>
        </p:spPr>
      </p:sp>
      <p:grpSp>
        <p:nvGrpSpPr>
          <p:cNvPr id="482" name="Google Shape;482;p33"/>
          <p:cNvGrpSpPr/>
          <p:nvPr/>
        </p:nvGrpSpPr>
        <p:grpSpPr>
          <a:xfrm>
            <a:off x="274638" y="6348413"/>
            <a:ext cx="939139" cy="235263"/>
            <a:chOff x="10573833" y="4992967"/>
            <a:chExt cx="923543" cy="231356"/>
          </a:xfrm>
        </p:grpSpPr>
        <p:sp>
          <p:nvSpPr>
            <p:cNvPr id="483" name="Google Shape;483;p33"/>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484" name="Google Shape;484;p33"/>
            <p:cNvGrpSpPr/>
            <p:nvPr/>
          </p:nvGrpSpPr>
          <p:grpSpPr>
            <a:xfrm>
              <a:off x="10573833" y="4992967"/>
              <a:ext cx="878511" cy="231356"/>
              <a:chOff x="10573833" y="4992967"/>
              <a:chExt cx="878511" cy="231356"/>
            </a:xfrm>
          </p:grpSpPr>
          <p:grpSp>
            <p:nvGrpSpPr>
              <p:cNvPr id="485" name="Google Shape;485;p33"/>
              <p:cNvGrpSpPr/>
              <p:nvPr/>
            </p:nvGrpSpPr>
            <p:grpSpPr>
              <a:xfrm>
                <a:off x="10573833" y="4992967"/>
                <a:ext cx="675627" cy="231356"/>
                <a:chOff x="10573833" y="4992967"/>
                <a:chExt cx="675627" cy="231356"/>
              </a:xfrm>
            </p:grpSpPr>
            <p:sp>
              <p:nvSpPr>
                <p:cNvPr id="486" name="Google Shape;486;p33"/>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87" name="Google Shape;487;p33"/>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88" name="Google Shape;488;p33"/>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89" name="Google Shape;489;p33"/>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90" name="Google Shape;490;p33"/>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491" name="Google Shape;491;p33"/>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492" name="Google Shape;492;p33"/>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493" name="Google Shape;493;p33"/>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494" name="Google Shape;494;p33"/>
          <p:cNvSpPr txBox="1"/>
          <p:nvPr>
            <p:ph idx="12" type="sldNum"/>
          </p:nvPr>
        </p:nvSpPr>
        <p:spPr>
          <a:xfrm>
            <a:off x="11460300" y="6581100"/>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Photo Bottom" showMasterSp="0">
  <p:cSld name="34_Photo Bottom">
    <p:spTree>
      <p:nvGrpSpPr>
        <p:cNvPr id="495" name="Shape 495"/>
        <p:cNvGrpSpPr/>
        <p:nvPr/>
      </p:nvGrpSpPr>
      <p:grpSpPr>
        <a:xfrm>
          <a:off x="0" y="0"/>
          <a:ext cx="0" cy="0"/>
          <a:chOff x="0" y="0"/>
          <a:chExt cx="0" cy="0"/>
        </a:xfrm>
      </p:grpSpPr>
      <p:sp>
        <p:nvSpPr>
          <p:cNvPr id="496" name="Google Shape;496;p34"/>
          <p:cNvSpPr/>
          <p:nvPr/>
        </p:nvSpPr>
        <p:spPr>
          <a:xfrm>
            <a:off x="-2" y="0"/>
            <a:ext cx="12192000" cy="6858000"/>
          </a:xfrm>
          <a:custGeom>
            <a:rect b="b" l="l" r="r" t="t"/>
            <a:pathLst>
              <a:path extrusionOk="0" h="6858000" w="12192000">
                <a:moveTo>
                  <a:pt x="685801" y="3200400"/>
                </a:moveTo>
                <a:lnTo>
                  <a:pt x="685801" y="3429000"/>
                </a:lnTo>
                <a:lnTo>
                  <a:pt x="11506199" y="3429000"/>
                </a:lnTo>
                <a:lnTo>
                  <a:pt x="11506199" y="3200400"/>
                </a:ln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497" name="Google Shape;497;p34"/>
          <p:cNvSpPr txBox="1"/>
          <p:nvPr>
            <p:ph type="title"/>
          </p:nvPr>
        </p:nvSpPr>
        <p:spPr>
          <a:xfrm>
            <a:off x="547689" y="1092671"/>
            <a:ext cx="11095036" cy="681725"/>
          </a:xfrm>
          <a:prstGeom prst="rect">
            <a:avLst/>
          </a:prstGeom>
          <a:noFill/>
          <a:ln>
            <a:noFill/>
          </a:ln>
        </p:spPr>
        <p:txBody>
          <a:bodyPr anchorCtr="0" anchor="b" bIns="0" lIns="0" spcFirstLastPara="1" rIns="0" wrap="square" tIns="0">
            <a:spAutoFit/>
          </a:bodyPr>
          <a:lstStyle>
            <a:lvl1pPr lvl="0" algn="l">
              <a:lnSpc>
                <a:spcPct val="80000"/>
              </a:lnSpc>
              <a:spcBef>
                <a:spcPts val="0"/>
              </a:spcBef>
              <a:spcAft>
                <a:spcPts val="0"/>
              </a:spcAft>
              <a:buClr>
                <a:schemeClr val="dk1"/>
              </a:buClr>
              <a:buSzPts val="5400"/>
              <a:buFont typeface="Montserrat"/>
              <a:buNone/>
              <a:defRPr sz="5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8" name="Google Shape;498;p34"/>
          <p:cNvSpPr txBox="1"/>
          <p:nvPr>
            <p:ph idx="1" type="body"/>
          </p:nvPr>
        </p:nvSpPr>
        <p:spPr>
          <a:xfrm>
            <a:off x="547689" y="1837250"/>
            <a:ext cx="11095036" cy="383182"/>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3000"/>
              <a:buNone/>
              <a:defRPr b="0" sz="30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499" name="Google Shape;499;p34"/>
          <p:cNvSpPr/>
          <p:nvPr/>
        </p:nvSpPr>
        <p:spPr>
          <a:xfrm>
            <a:off x="-2" y="3220266"/>
            <a:ext cx="12192000" cy="3644084"/>
          </a:xfrm>
          <a:custGeom>
            <a:rect b="b" l="l" r="r" t="t"/>
            <a:pathLst>
              <a:path extrusionOk="0" h="3644084" w="12192000">
                <a:moveTo>
                  <a:pt x="12192000" y="0"/>
                </a:moveTo>
                <a:lnTo>
                  <a:pt x="12192000" y="3644084"/>
                </a:lnTo>
                <a:lnTo>
                  <a:pt x="0" y="3644084"/>
                </a:lnTo>
                <a:lnTo>
                  <a:pt x="0" y="380558"/>
                </a:lnTo>
                <a:close/>
              </a:path>
            </a:pathLst>
          </a:custGeom>
          <a:noFill/>
          <a:ln>
            <a:noFill/>
          </a:ln>
        </p:spPr>
        <p:txBody>
          <a:bodyPr anchorCtr="0" anchor="t" bIns="457200" lIns="457200" spcFirstLastPara="1" rIns="457200" wrap="square" tIns="457200">
            <a:noAutofit/>
          </a:bodyPr>
          <a:lstStyle/>
          <a:p>
            <a:pPr indent="0" lvl="0" marL="0" marR="0" rtl="0" algn="ctr">
              <a:lnSpc>
                <a:spcPct val="95000"/>
              </a:lnSpc>
              <a:spcBef>
                <a:spcPts val="0"/>
              </a:spcBef>
              <a:spcAft>
                <a:spcPts val="0"/>
              </a:spcAft>
              <a:buClr>
                <a:schemeClr val="lt1"/>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500" name="Google Shape;500;p34"/>
          <p:cNvSpPr/>
          <p:nvPr>
            <p:ph idx="2" type="pic"/>
          </p:nvPr>
        </p:nvSpPr>
        <p:spPr>
          <a:xfrm>
            <a:off x="274638" y="3429000"/>
            <a:ext cx="11642724" cy="3155950"/>
          </a:xfrm>
          <a:prstGeom prst="rect">
            <a:avLst/>
          </a:prstGeom>
          <a:solidFill>
            <a:schemeClr val="lt2"/>
          </a:solidFill>
          <a:ln>
            <a:noFill/>
          </a:ln>
        </p:spPr>
      </p:sp>
      <p:sp>
        <p:nvSpPr>
          <p:cNvPr id="501" name="Google Shape;501;p34"/>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502" name="Google Shape;502;p34"/>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Photo Top" showMasterSp="0">
  <p:cSld name="35_Photo Top">
    <p:spTree>
      <p:nvGrpSpPr>
        <p:cNvPr id="503" name="Shape 503"/>
        <p:cNvGrpSpPr/>
        <p:nvPr/>
      </p:nvGrpSpPr>
      <p:grpSpPr>
        <a:xfrm>
          <a:off x="0" y="0"/>
          <a:ext cx="0" cy="0"/>
          <a:chOff x="0" y="0"/>
          <a:chExt cx="0" cy="0"/>
        </a:xfrm>
      </p:grpSpPr>
      <p:sp>
        <p:nvSpPr>
          <p:cNvPr id="504" name="Google Shape;504;p35"/>
          <p:cNvSpPr/>
          <p:nvPr/>
        </p:nvSpPr>
        <p:spPr>
          <a:xfrm>
            <a:off x="-2" y="-6350"/>
            <a:ext cx="12192000" cy="6864350"/>
          </a:xfrm>
          <a:custGeom>
            <a:rect b="b" l="l" r="r" t="t"/>
            <a:pathLst>
              <a:path extrusionOk="0" h="6864350" w="12192000">
                <a:moveTo>
                  <a:pt x="547690" y="3435350"/>
                </a:moveTo>
                <a:lnTo>
                  <a:pt x="547690" y="3663950"/>
                </a:lnTo>
                <a:lnTo>
                  <a:pt x="11644310" y="3663950"/>
                </a:lnTo>
                <a:lnTo>
                  <a:pt x="11644310" y="3435350"/>
                </a:lnTo>
                <a:close/>
                <a:moveTo>
                  <a:pt x="0" y="0"/>
                </a:moveTo>
                <a:lnTo>
                  <a:pt x="12192000" y="0"/>
                </a:lnTo>
                <a:lnTo>
                  <a:pt x="12192000" y="6864350"/>
                </a:lnTo>
                <a:lnTo>
                  <a:pt x="0" y="686435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05" name="Google Shape;505;p35"/>
          <p:cNvSpPr/>
          <p:nvPr/>
        </p:nvSpPr>
        <p:spPr>
          <a:xfrm>
            <a:off x="-2" y="-6350"/>
            <a:ext cx="12192000" cy="3644084"/>
          </a:xfrm>
          <a:custGeom>
            <a:rect b="b" l="l" r="r" t="t"/>
            <a:pathLst>
              <a:path extrusionOk="0" h="3644084" w="12192000">
                <a:moveTo>
                  <a:pt x="0" y="0"/>
                </a:moveTo>
                <a:lnTo>
                  <a:pt x="12192000" y="0"/>
                </a:lnTo>
                <a:lnTo>
                  <a:pt x="12192000" y="3263526"/>
                </a:lnTo>
                <a:lnTo>
                  <a:pt x="0" y="3644084"/>
                </a:lnTo>
                <a:close/>
              </a:path>
            </a:pathLst>
          </a:custGeom>
          <a:noFill/>
          <a:ln>
            <a:noFill/>
          </a:ln>
        </p:spPr>
        <p:txBody>
          <a:bodyPr anchorCtr="0" anchor="t" bIns="457200" lIns="457200" spcFirstLastPara="1" rIns="457200" wrap="square" tIns="457200">
            <a:noAutofit/>
          </a:bodyPr>
          <a:lstStyle/>
          <a:p>
            <a:pPr indent="0" lvl="0" marL="0" marR="0" rtl="0" algn="ctr">
              <a:lnSpc>
                <a:spcPct val="95000"/>
              </a:lnSpc>
              <a:spcBef>
                <a:spcPts val="0"/>
              </a:spcBef>
              <a:spcAft>
                <a:spcPts val="0"/>
              </a:spcAft>
              <a:buClr>
                <a:schemeClr val="lt1"/>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506" name="Google Shape;506;p35"/>
          <p:cNvSpPr txBox="1"/>
          <p:nvPr>
            <p:ph type="title"/>
          </p:nvPr>
        </p:nvSpPr>
        <p:spPr>
          <a:xfrm>
            <a:off x="547689" y="4389984"/>
            <a:ext cx="11095036" cy="738664"/>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5400"/>
              <a:buFont typeface="Montserrat"/>
              <a:buNone/>
              <a:defRPr sz="5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7" name="Google Shape;507;p35"/>
          <p:cNvSpPr txBox="1"/>
          <p:nvPr>
            <p:ph idx="1" type="body"/>
          </p:nvPr>
        </p:nvSpPr>
        <p:spPr>
          <a:xfrm>
            <a:off x="547689" y="5191502"/>
            <a:ext cx="11095036" cy="383182"/>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3000"/>
              <a:buNone/>
              <a:defRPr b="0" sz="30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508" name="Google Shape;508;p35"/>
          <p:cNvSpPr/>
          <p:nvPr>
            <p:ph idx="2" type="pic"/>
          </p:nvPr>
        </p:nvSpPr>
        <p:spPr>
          <a:xfrm>
            <a:off x="274638" y="274638"/>
            <a:ext cx="11642724" cy="3154362"/>
          </a:xfrm>
          <a:prstGeom prst="rect">
            <a:avLst/>
          </a:prstGeom>
          <a:solidFill>
            <a:schemeClr val="lt2"/>
          </a:solidFill>
          <a:ln>
            <a:noFill/>
          </a:ln>
        </p:spPr>
      </p:sp>
      <p:grpSp>
        <p:nvGrpSpPr>
          <p:cNvPr id="509" name="Google Shape;509;p35"/>
          <p:cNvGrpSpPr/>
          <p:nvPr/>
        </p:nvGrpSpPr>
        <p:grpSpPr>
          <a:xfrm>
            <a:off x="274638" y="6348413"/>
            <a:ext cx="939139" cy="235263"/>
            <a:chOff x="10573833" y="4992967"/>
            <a:chExt cx="923543" cy="231356"/>
          </a:xfrm>
        </p:grpSpPr>
        <p:sp>
          <p:nvSpPr>
            <p:cNvPr id="510" name="Google Shape;510;p35"/>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511" name="Google Shape;511;p35"/>
            <p:cNvGrpSpPr/>
            <p:nvPr/>
          </p:nvGrpSpPr>
          <p:grpSpPr>
            <a:xfrm>
              <a:off x="10573833" y="4992967"/>
              <a:ext cx="878511" cy="231356"/>
              <a:chOff x="10573833" y="4992967"/>
              <a:chExt cx="878511" cy="231356"/>
            </a:xfrm>
          </p:grpSpPr>
          <p:grpSp>
            <p:nvGrpSpPr>
              <p:cNvPr id="512" name="Google Shape;512;p35"/>
              <p:cNvGrpSpPr/>
              <p:nvPr/>
            </p:nvGrpSpPr>
            <p:grpSpPr>
              <a:xfrm>
                <a:off x="10573833" y="4992967"/>
                <a:ext cx="675627" cy="231356"/>
                <a:chOff x="10573833" y="4992967"/>
                <a:chExt cx="675627" cy="231356"/>
              </a:xfrm>
            </p:grpSpPr>
            <p:sp>
              <p:nvSpPr>
                <p:cNvPr id="513" name="Google Shape;513;p35"/>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14" name="Google Shape;514;p35"/>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15" name="Google Shape;515;p35"/>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16" name="Google Shape;516;p35"/>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17" name="Google Shape;517;p35"/>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18" name="Google Shape;518;p35"/>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519" name="Google Shape;519;p35"/>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520" name="Google Shape;520;p35"/>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521" name="Google Shape;521;p35"/>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chemeClr val="accent1"/>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peaker Intro" showMasterSp="0">
  <p:cSld name="37_Speaker Intro">
    <p:spTree>
      <p:nvGrpSpPr>
        <p:cNvPr id="522" name="Shape 522"/>
        <p:cNvGrpSpPr/>
        <p:nvPr/>
      </p:nvGrpSpPr>
      <p:grpSpPr>
        <a:xfrm>
          <a:off x="0" y="0"/>
          <a:ext cx="0" cy="0"/>
          <a:chOff x="0" y="0"/>
          <a:chExt cx="0" cy="0"/>
        </a:xfrm>
      </p:grpSpPr>
      <p:sp>
        <p:nvSpPr>
          <p:cNvPr id="523" name="Google Shape;523;p36"/>
          <p:cNvSpPr txBox="1"/>
          <p:nvPr>
            <p:ph type="ctrTitle"/>
          </p:nvPr>
        </p:nvSpPr>
        <p:spPr>
          <a:xfrm>
            <a:off x="547687" y="1471968"/>
            <a:ext cx="5273675" cy="2215991"/>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6000"/>
              <a:buFont typeface="Montserrat"/>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4" name="Google Shape;524;p36"/>
          <p:cNvSpPr txBox="1"/>
          <p:nvPr>
            <p:ph idx="1" type="subTitle"/>
          </p:nvPr>
        </p:nvSpPr>
        <p:spPr>
          <a:xfrm>
            <a:off x="547687" y="3780033"/>
            <a:ext cx="5273675" cy="350865"/>
          </a:xfrm>
          <a:prstGeom prst="rect">
            <a:avLst/>
          </a:prstGeom>
          <a:noFill/>
          <a:ln>
            <a:noFill/>
          </a:ln>
        </p:spPr>
        <p:txBody>
          <a:bodyPr anchorCtr="0" anchor="t" bIns="0" lIns="0" spcFirstLastPara="1" rIns="0" wrap="square" tIns="0">
            <a:spAutoFit/>
          </a:bodyPr>
          <a:lstStyle>
            <a:lvl1pPr lvl="0" algn="l">
              <a:lnSpc>
                <a:spcPct val="95000"/>
              </a:lnSpc>
              <a:spcBef>
                <a:spcPts val="1200"/>
              </a:spcBef>
              <a:spcAft>
                <a:spcPts val="0"/>
              </a:spcAft>
              <a:buClr>
                <a:schemeClr val="lt1"/>
              </a:buClr>
              <a:buSzPts val="2400"/>
              <a:buNone/>
              <a:defRPr sz="2400">
                <a:solidFill>
                  <a:schemeClr val="lt1"/>
                </a:solidFill>
                <a:latin typeface="Montserrat Medium"/>
                <a:ea typeface="Montserrat Medium"/>
                <a:cs typeface="Montserrat Medium"/>
                <a:sym typeface="Montserrat Medium"/>
              </a:defRPr>
            </a:lvl1pPr>
            <a:lvl2pPr lvl="1" algn="ctr">
              <a:lnSpc>
                <a:spcPct val="90000"/>
              </a:lnSpc>
              <a:spcBef>
                <a:spcPts val="400"/>
              </a:spcBef>
              <a:spcAft>
                <a:spcPts val="0"/>
              </a:spcAft>
              <a:buSzPts val="2000"/>
              <a:buNone/>
              <a:defRPr sz="2000"/>
            </a:lvl2pPr>
            <a:lvl3pPr lvl="2" algn="ctr">
              <a:lnSpc>
                <a:spcPct val="85000"/>
              </a:lnSpc>
              <a:spcBef>
                <a:spcPts val="400"/>
              </a:spcBef>
              <a:spcAft>
                <a:spcPts val="0"/>
              </a:spcAft>
              <a:buClr>
                <a:schemeClr val="dk1"/>
              </a:buClr>
              <a:buSzPts val="1800"/>
              <a:buNone/>
              <a:defRPr sz="1800"/>
            </a:lvl3pPr>
            <a:lvl4pPr lvl="3" algn="ctr">
              <a:lnSpc>
                <a:spcPct val="90000"/>
              </a:lnSpc>
              <a:spcBef>
                <a:spcPts val="1200"/>
              </a:spcBef>
              <a:spcAft>
                <a:spcPts val="0"/>
              </a:spcAft>
              <a:buClr>
                <a:schemeClr val="dk1"/>
              </a:buClr>
              <a:buSzPts val="1600"/>
              <a:buNone/>
              <a:defRPr sz="1600"/>
            </a:lvl4pPr>
            <a:lvl5pPr lvl="4" algn="ctr">
              <a:lnSpc>
                <a:spcPct val="90000"/>
              </a:lnSpc>
              <a:spcBef>
                <a:spcPts val="0"/>
              </a:spcBef>
              <a:spcAft>
                <a:spcPts val="0"/>
              </a:spcAft>
              <a:buClr>
                <a:schemeClr val="accent1"/>
              </a:buClr>
              <a:buSzPts val="1600"/>
              <a:buNone/>
              <a:defRPr sz="1600"/>
            </a:lvl5pPr>
            <a:lvl6pPr lvl="5" algn="ctr">
              <a:lnSpc>
                <a:spcPct val="120000"/>
              </a:lnSpc>
              <a:spcBef>
                <a:spcPts val="800"/>
              </a:spcBef>
              <a:spcAft>
                <a:spcPts val="0"/>
              </a:spcAft>
              <a:buClr>
                <a:schemeClr val="dk1"/>
              </a:buClr>
              <a:buSzPts val="1600"/>
              <a:buNone/>
              <a:defRPr sz="1600"/>
            </a:lvl6pPr>
            <a:lvl7pPr lvl="6" algn="ctr">
              <a:lnSpc>
                <a:spcPct val="85000"/>
              </a:lnSpc>
              <a:spcBef>
                <a:spcPts val="600"/>
              </a:spcBef>
              <a:spcAft>
                <a:spcPts val="0"/>
              </a:spcAft>
              <a:buSzPts val="1600"/>
              <a:buNone/>
              <a:defRPr sz="1600"/>
            </a:lvl7pPr>
            <a:lvl8pPr lvl="7" algn="ctr">
              <a:lnSpc>
                <a:spcPct val="100000"/>
              </a:lnSpc>
              <a:spcBef>
                <a:spcPts val="1200"/>
              </a:spcBef>
              <a:spcAft>
                <a:spcPts val="0"/>
              </a:spcAft>
              <a:buClr>
                <a:schemeClr val="dk1"/>
              </a:buClr>
              <a:buSzPts val="1600"/>
              <a:buNone/>
              <a:defRPr sz="1600"/>
            </a:lvl8pPr>
            <a:lvl9pPr lvl="8" algn="ctr">
              <a:lnSpc>
                <a:spcPct val="85000"/>
              </a:lnSpc>
              <a:spcBef>
                <a:spcPts val="600"/>
              </a:spcBef>
              <a:spcAft>
                <a:spcPts val="1200"/>
              </a:spcAft>
              <a:buSzPts val="1600"/>
              <a:buNone/>
              <a:defRPr sz="1600"/>
            </a:lvl9pPr>
          </a:lstStyle>
          <a:p/>
        </p:txBody>
      </p:sp>
      <p:sp>
        <p:nvSpPr>
          <p:cNvPr id="525" name="Google Shape;525;p36"/>
          <p:cNvSpPr txBox="1"/>
          <p:nvPr>
            <p:ph idx="2" type="body"/>
          </p:nvPr>
        </p:nvSpPr>
        <p:spPr>
          <a:xfrm>
            <a:off x="547687" y="5096290"/>
            <a:ext cx="5273675" cy="280974"/>
          </a:xfrm>
          <a:prstGeom prst="rect">
            <a:avLst/>
          </a:prstGeom>
          <a:noFill/>
          <a:ln>
            <a:noFill/>
          </a:ln>
        </p:spPr>
        <p:txBody>
          <a:bodyPr anchorCtr="0" anchor="b" bIns="0" lIns="0" spcFirstLastPara="1" rIns="0" wrap="square" tIns="0">
            <a:spAutoFit/>
          </a:bodyPr>
          <a:lstStyle>
            <a:lvl1pPr indent="-228600" lvl="0" marL="457200" algn="l">
              <a:lnSpc>
                <a:spcPct val="83000"/>
              </a:lnSpc>
              <a:spcBef>
                <a:spcPts val="0"/>
              </a:spcBef>
              <a:spcAft>
                <a:spcPts val="0"/>
              </a:spcAft>
              <a:buClr>
                <a:schemeClr val="lt1"/>
              </a:buClr>
              <a:buSzPts val="2200"/>
              <a:buNone/>
              <a:defRPr b="1" sz="2200">
                <a:solidFill>
                  <a:schemeClr val="lt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526" name="Google Shape;526;p36"/>
          <p:cNvSpPr txBox="1"/>
          <p:nvPr>
            <p:ph idx="3" type="body"/>
          </p:nvPr>
        </p:nvSpPr>
        <p:spPr>
          <a:xfrm>
            <a:off x="547687" y="5482609"/>
            <a:ext cx="5273675" cy="229935"/>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lt1"/>
              </a:buClr>
              <a:buSzPts val="1800"/>
              <a:buNone/>
              <a:defRPr b="0" sz="1800">
                <a:solidFill>
                  <a:schemeClr val="lt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527" name="Google Shape;527;p36"/>
          <p:cNvSpPr/>
          <p:nvPr/>
        </p:nvSpPr>
        <p:spPr>
          <a:xfrm>
            <a:off x="-1" y="0"/>
            <a:ext cx="12192000" cy="6858000"/>
          </a:xfrm>
          <a:custGeom>
            <a:rect b="b" l="l" r="r" t="t"/>
            <a:pathLst>
              <a:path extrusionOk="0" h="6858000" w="12192000">
                <a:moveTo>
                  <a:pt x="275280" y="275280"/>
                </a:moveTo>
                <a:lnTo>
                  <a:pt x="275280" y="6582720"/>
                </a:lnTo>
                <a:lnTo>
                  <a:pt x="11032575" y="6582720"/>
                </a:lnTo>
                <a:lnTo>
                  <a:pt x="11916720" y="5452526"/>
                </a:lnTo>
                <a:lnTo>
                  <a:pt x="11916720" y="275280"/>
                </a:lnTo>
                <a:lnTo>
                  <a:pt x="275280" y="275280"/>
                </a:lnTo>
                <a:close/>
                <a:moveTo>
                  <a:pt x="0" y="0"/>
                </a:moveTo>
                <a:lnTo>
                  <a:pt x="12192000" y="0"/>
                </a:lnTo>
                <a:lnTo>
                  <a:pt x="12192000" y="6858000"/>
                </a:lnTo>
                <a:lnTo>
                  <a:pt x="0" y="6858000"/>
                </a:ln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pic>
        <p:nvPicPr>
          <p:cNvPr id="528" name="Google Shape;528;p36"/>
          <p:cNvPicPr preferRelativeResize="0"/>
          <p:nvPr/>
        </p:nvPicPr>
        <p:blipFill rotWithShape="1">
          <a:blip r:embed="rId2">
            <a:alphaModFix/>
          </a:blip>
          <a:srcRect b="78666" l="7669" r="0" t="0"/>
          <a:stretch/>
        </p:blipFill>
        <p:spPr>
          <a:xfrm flipH="1" rot="5400000">
            <a:off x="8220486" y="2919902"/>
            <a:ext cx="5738664" cy="1018196"/>
          </a:xfrm>
          <a:custGeom>
            <a:rect b="b" l="l" r="r" t="t"/>
            <a:pathLst>
              <a:path extrusionOk="0" h="1018196" w="5738664">
                <a:moveTo>
                  <a:pt x="5738664" y="1018196"/>
                </a:moveTo>
                <a:lnTo>
                  <a:pt x="5738664" y="0"/>
                </a:lnTo>
                <a:lnTo>
                  <a:pt x="732423" y="0"/>
                </a:lnTo>
                <a:lnTo>
                  <a:pt x="732423" y="156179"/>
                </a:lnTo>
                <a:lnTo>
                  <a:pt x="492465" y="156179"/>
                </a:lnTo>
                <a:lnTo>
                  <a:pt x="492465" y="374787"/>
                </a:lnTo>
                <a:lnTo>
                  <a:pt x="256175" y="374787"/>
                </a:lnTo>
                <a:lnTo>
                  <a:pt x="256175" y="593397"/>
                </a:lnTo>
                <a:lnTo>
                  <a:pt x="0" y="593397"/>
                </a:lnTo>
                <a:lnTo>
                  <a:pt x="0" y="1018196"/>
                </a:lnTo>
                <a:close/>
              </a:path>
            </a:pathLst>
          </a:custGeom>
          <a:noFill/>
          <a:ln>
            <a:noFill/>
          </a:ln>
        </p:spPr>
      </p:pic>
      <p:grpSp>
        <p:nvGrpSpPr>
          <p:cNvPr id="529" name="Google Shape;529;p36"/>
          <p:cNvGrpSpPr/>
          <p:nvPr/>
        </p:nvGrpSpPr>
        <p:grpSpPr>
          <a:xfrm>
            <a:off x="6582685" y="1039135"/>
            <a:ext cx="4779727" cy="4779727"/>
            <a:chOff x="1894938" y="2221612"/>
            <a:chExt cx="2649021" cy="2649021"/>
          </a:xfrm>
        </p:grpSpPr>
        <p:sp>
          <p:nvSpPr>
            <p:cNvPr id="530" name="Google Shape;530;p36"/>
            <p:cNvSpPr/>
            <p:nvPr/>
          </p:nvSpPr>
          <p:spPr>
            <a:xfrm>
              <a:off x="1894938" y="2221612"/>
              <a:ext cx="2649021" cy="2649021"/>
            </a:xfrm>
            <a:prstGeom prst="pie">
              <a:avLst>
                <a:gd fmla="val 0" name="adj1"/>
                <a:gd fmla="val 16200000" name="adj2"/>
              </a:avLst>
            </a:pr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31" name="Google Shape;531;p36"/>
            <p:cNvSpPr/>
            <p:nvPr/>
          </p:nvSpPr>
          <p:spPr>
            <a:xfrm>
              <a:off x="2005046" y="2331720"/>
              <a:ext cx="2428806" cy="2428806"/>
            </a:xfrm>
            <a:prstGeom prst="ellipse">
              <a:avLst/>
            </a:prstGeom>
            <a:solidFill>
              <a:srgbClr val="D3D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grpSp>
      <p:sp>
        <p:nvSpPr>
          <p:cNvPr id="532" name="Google Shape;532;p36"/>
          <p:cNvSpPr/>
          <p:nvPr>
            <p:ph idx="4" type="pic"/>
          </p:nvPr>
        </p:nvSpPr>
        <p:spPr>
          <a:xfrm>
            <a:off x="6885940" y="1343432"/>
            <a:ext cx="4173300" cy="4171200"/>
          </a:xfrm>
          <a:prstGeom prst="ellipse">
            <a:avLst/>
          </a:prstGeom>
          <a:solidFill>
            <a:schemeClr val="lt1"/>
          </a:solidFill>
          <a:ln>
            <a:noFill/>
          </a:ln>
        </p:spPr>
      </p:sp>
      <p:sp>
        <p:nvSpPr>
          <p:cNvPr id="533" name="Google Shape;533;p36"/>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534" name="Google Shape;534;p36"/>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Two Speaker Intro">
  <p:cSld name="38_Two Speaker Intro">
    <p:spTree>
      <p:nvGrpSpPr>
        <p:cNvPr id="535" name="Shape 535"/>
        <p:cNvGrpSpPr/>
        <p:nvPr/>
      </p:nvGrpSpPr>
      <p:grpSpPr>
        <a:xfrm>
          <a:off x="0" y="0"/>
          <a:ext cx="0" cy="0"/>
          <a:chOff x="0" y="0"/>
          <a:chExt cx="0" cy="0"/>
        </a:xfrm>
      </p:grpSpPr>
      <p:sp>
        <p:nvSpPr>
          <p:cNvPr id="536" name="Google Shape;536;p37"/>
          <p:cNvSpPr/>
          <p:nvPr/>
        </p:nvSpPr>
        <p:spPr>
          <a:xfrm>
            <a:off x="2005046" y="2331720"/>
            <a:ext cx="2428806" cy="2428806"/>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37" name="Google Shape;537;p37"/>
          <p:cNvSpPr/>
          <p:nvPr/>
        </p:nvSpPr>
        <p:spPr>
          <a:xfrm>
            <a:off x="1939006" y="2265680"/>
            <a:ext cx="2560886" cy="2560886"/>
          </a:xfrm>
          <a:prstGeom prst="pie">
            <a:avLst>
              <a:gd fmla="val 0" name="adj1"/>
              <a:gd fmla="val 16200000" name="adj2"/>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38" name="Google Shape;538;p37"/>
          <p:cNvSpPr txBox="1"/>
          <p:nvPr>
            <p:ph type="title"/>
          </p:nvPr>
        </p:nvSpPr>
        <p:spPr>
          <a:xfrm>
            <a:off x="549275" y="510913"/>
            <a:ext cx="11093450" cy="889667"/>
          </a:xfrm>
          <a:prstGeom prst="rect">
            <a:avLst/>
          </a:prstGeom>
          <a:noFill/>
          <a:ln>
            <a:noFill/>
          </a:ln>
        </p:spPr>
        <p:txBody>
          <a:bodyPr anchorCtr="0" anchor="b" bIns="0" lIns="0" spcFirstLastPara="1" rIns="0" wrap="square" tIns="0">
            <a:sp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9" name="Google Shape;539;p37"/>
          <p:cNvSpPr txBox="1"/>
          <p:nvPr>
            <p:ph idx="1" type="body"/>
          </p:nvPr>
        </p:nvSpPr>
        <p:spPr>
          <a:xfrm>
            <a:off x="685800" y="5457497"/>
            <a:ext cx="5067299" cy="276999"/>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40" name="Google Shape;540;p37"/>
          <p:cNvSpPr txBox="1"/>
          <p:nvPr>
            <p:ph idx="2" type="body"/>
          </p:nvPr>
        </p:nvSpPr>
        <p:spPr>
          <a:xfrm>
            <a:off x="685800" y="4967445"/>
            <a:ext cx="5067299" cy="430887"/>
          </a:xfrm>
          <a:prstGeom prst="rect">
            <a:avLst/>
          </a:prstGeom>
          <a:noFill/>
          <a:ln>
            <a:noFill/>
          </a:ln>
        </p:spPr>
        <p:txBody>
          <a:bodyPr anchorCtr="0" anchor="ctr" bIns="0" lIns="0" spcFirstLastPara="1" rIns="0" wrap="square" tIns="0">
            <a:spAutoFit/>
          </a:bodyPr>
          <a:lstStyle>
            <a:lvl1pPr indent="-228600" lvl="0" marL="457200" algn="ctr">
              <a:lnSpc>
                <a:spcPct val="100000"/>
              </a:lnSpc>
              <a:spcBef>
                <a:spcPts val="0"/>
              </a:spcBef>
              <a:spcAft>
                <a:spcPts val="0"/>
              </a:spcAft>
              <a:buClr>
                <a:schemeClr val="dk1"/>
              </a:buClr>
              <a:buSzPts val="2800"/>
              <a:buNone/>
              <a:defRPr b="1" sz="2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41" name="Google Shape;541;p37"/>
          <p:cNvSpPr txBox="1"/>
          <p:nvPr>
            <p:ph idx="3" type="body"/>
          </p:nvPr>
        </p:nvSpPr>
        <p:spPr>
          <a:xfrm>
            <a:off x="6438902" y="5457497"/>
            <a:ext cx="5067299" cy="276999"/>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42" name="Google Shape;542;p37"/>
          <p:cNvSpPr txBox="1"/>
          <p:nvPr>
            <p:ph idx="4" type="body"/>
          </p:nvPr>
        </p:nvSpPr>
        <p:spPr>
          <a:xfrm>
            <a:off x="6438902" y="4967445"/>
            <a:ext cx="5067299" cy="430887"/>
          </a:xfrm>
          <a:prstGeom prst="rect">
            <a:avLst/>
          </a:prstGeom>
          <a:noFill/>
          <a:ln>
            <a:noFill/>
          </a:ln>
        </p:spPr>
        <p:txBody>
          <a:bodyPr anchorCtr="0" anchor="ctr" bIns="0" lIns="0" spcFirstLastPara="1" rIns="0" wrap="square" tIns="0">
            <a:spAutoFit/>
          </a:bodyPr>
          <a:lstStyle>
            <a:lvl1pPr indent="-228600" lvl="0" marL="457200" algn="ctr">
              <a:lnSpc>
                <a:spcPct val="100000"/>
              </a:lnSpc>
              <a:spcBef>
                <a:spcPts val="0"/>
              </a:spcBef>
              <a:spcAft>
                <a:spcPts val="0"/>
              </a:spcAft>
              <a:buClr>
                <a:schemeClr val="dk1"/>
              </a:buClr>
              <a:buSzPts val="2800"/>
              <a:buNone/>
              <a:defRPr b="1" sz="2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43" name="Google Shape;543;p37"/>
          <p:cNvSpPr/>
          <p:nvPr/>
        </p:nvSpPr>
        <p:spPr>
          <a:xfrm>
            <a:off x="7758148" y="2331720"/>
            <a:ext cx="2428806" cy="2428806"/>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44" name="Google Shape;544;p37"/>
          <p:cNvSpPr/>
          <p:nvPr/>
        </p:nvSpPr>
        <p:spPr>
          <a:xfrm>
            <a:off x="7692108" y="2265680"/>
            <a:ext cx="2560886" cy="2560886"/>
          </a:xfrm>
          <a:prstGeom prst="pie">
            <a:avLst>
              <a:gd fmla="val 0" name="adj1"/>
              <a:gd fmla="val 16200000" name="adj2"/>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45" name="Google Shape;545;p37"/>
          <p:cNvSpPr/>
          <p:nvPr>
            <p:ph idx="5" type="pic"/>
          </p:nvPr>
        </p:nvSpPr>
        <p:spPr>
          <a:xfrm>
            <a:off x="2116255" y="2443480"/>
            <a:ext cx="2206500" cy="2205300"/>
          </a:xfrm>
          <a:prstGeom prst="ellipse">
            <a:avLst/>
          </a:prstGeom>
          <a:solidFill>
            <a:schemeClr val="lt1"/>
          </a:solidFill>
          <a:ln cap="flat" cmpd="sng" w="38100">
            <a:solidFill>
              <a:schemeClr val="lt1"/>
            </a:solidFill>
            <a:prstDash val="solid"/>
            <a:round/>
            <a:headEnd len="sm" w="sm" type="none"/>
            <a:tailEnd len="sm" w="sm" type="none"/>
          </a:ln>
        </p:spPr>
      </p:sp>
      <p:sp>
        <p:nvSpPr>
          <p:cNvPr id="546" name="Google Shape;546;p37"/>
          <p:cNvSpPr/>
          <p:nvPr>
            <p:ph idx="6" type="pic"/>
          </p:nvPr>
        </p:nvSpPr>
        <p:spPr>
          <a:xfrm>
            <a:off x="7869357" y="2443480"/>
            <a:ext cx="2206500" cy="2205300"/>
          </a:xfrm>
          <a:prstGeom prst="ellipse">
            <a:avLst/>
          </a:prstGeom>
          <a:solidFill>
            <a:schemeClr val="lt1"/>
          </a:solidFill>
          <a:ln cap="flat" cmpd="sng" w="38100">
            <a:solidFill>
              <a:schemeClr val="lt1"/>
            </a:solidFill>
            <a:prstDash val="solid"/>
            <a:round/>
            <a:headEnd len="sm" w="sm" type="none"/>
            <a:tailEnd len="sm" w="sm" type="none"/>
          </a:ln>
        </p:spPr>
      </p:sp>
      <p:sp>
        <p:nvSpPr>
          <p:cNvPr id="547" name="Google Shape;547;p37"/>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Three Speaker Intro">
  <p:cSld name="39_Three Speaker Intro">
    <p:spTree>
      <p:nvGrpSpPr>
        <p:cNvPr id="548" name="Shape 548"/>
        <p:cNvGrpSpPr/>
        <p:nvPr/>
      </p:nvGrpSpPr>
      <p:grpSpPr>
        <a:xfrm>
          <a:off x="0" y="0"/>
          <a:ext cx="0" cy="0"/>
          <a:chOff x="0" y="0"/>
          <a:chExt cx="0" cy="0"/>
        </a:xfrm>
      </p:grpSpPr>
      <p:sp>
        <p:nvSpPr>
          <p:cNvPr id="549" name="Google Shape;549;p38"/>
          <p:cNvSpPr txBox="1"/>
          <p:nvPr>
            <p:ph type="title"/>
          </p:nvPr>
        </p:nvSpPr>
        <p:spPr>
          <a:xfrm>
            <a:off x="549275" y="510913"/>
            <a:ext cx="11093450" cy="889667"/>
          </a:xfrm>
          <a:prstGeom prst="rect">
            <a:avLst/>
          </a:prstGeom>
          <a:noFill/>
          <a:ln>
            <a:noFill/>
          </a:ln>
        </p:spPr>
        <p:txBody>
          <a:bodyPr anchorCtr="0" anchor="b" bIns="0" lIns="0" spcFirstLastPara="1" rIns="0" wrap="square" tIns="0">
            <a:spAutoFit/>
          </a:bodyPr>
          <a:lstStyle>
            <a:lvl1pPr lvl="0" algn="l">
              <a:lnSpc>
                <a:spcPct val="8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0" name="Google Shape;550;p38"/>
          <p:cNvSpPr txBox="1"/>
          <p:nvPr>
            <p:ph idx="1" type="body"/>
          </p:nvPr>
        </p:nvSpPr>
        <p:spPr>
          <a:xfrm>
            <a:off x="547688" y="5611903"/>
            <a:ext cx="3328416" cy="229935"/>
          </a:xfrm>
          <a:prstGeom prst="rect">
            <a:avLst/>
          </a:prstGeom>
          <a:noFill/>
          <a:ln>
            <a:noFill/>
          </a:ln>
        </p:spPr>
        <p:txBody>
          <a:bodyPr anchorCtr="0" anchor="t" bIns="0" lIns="0" spcFirstLastPara="1" rIns="0" wrap="square" tIns="0">
            <a:spAutoFit/>
          </a:bodyPr>
          <a:lstStyle>
            <a:lvl1pPr indent="-228600" lvl="0" marL="457200" algn="ctr">
              <a:lnSpc>
                <a:spcPct val="83000"/>
              </a:lnSpc>
              <a:spcBef>
                <a:spcPts val="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51" name="Google Shape;551;p38"/>
          <p:cNvSpPr txBox="1"/>
          <p:nvPr>
            <p:ph idx="2" type="body"/>
          </p:nvPr>
        </p:nvSpPr>
        <p:spPr>
          <a:xfrm>
            <a:off x="547688" y="4847408"/>
            <a:ext cx="3328416" cy="698204"/>
          </a:xfrm>
          <a:prstGeom prst="rect">
            <a:avLst/>
          </a:prstGeom>
          <a:noFill/>
          <a:ln>
            <a:noFill/>
          </a:ln>
        </p:spPr>
        <p:txBody>
          <a:bodyPr anchorCtr="0" anchor="ctr" bIns="0" lIns="0" spcFirstLastPara="1" rIns="0" wrap="square" tIns="0">
            <a:spAutoFit/>
          </a:bodyPr>
          <a:lstStyle>
            <a:lvl1pPr indent="-228600" lvl="0" marL="457200" algn="ctr">
              <a:lnSpc>
                <a:spcPct val="80000"/>
              </a:lnSpc>
              <a:spcBef>
                <a:spcPts val="0"/>
              </a:spcBef>
              <a:spcAft>
                <a:spcPts val="0"/>
              </a:spcAft>
              <a:buClr>
                <a:schemeClr val="dk1"/>
              </a:buClr>
              <a:buSzPts val="2800"/>
              <a:buNone/>
              <a:defRPr b="1" sz="2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52" name="Google Shape;552;p38"/>
          <p:cNvSpPr/>
          <p:nvPr/>
        </p:nvSpPr>
        <p:spPr>
          <a:xfrm>
            <a:off x="997493" y="2185508"/>
            <a:ext cx="2428806" cy="2428806"/>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53" name="Google Shape;553;p38"/>
          <p:cNvSpPr/>
          <p:nvPr/>
        </p:nvSpPr>
        <p:spPr>
          <a:xfrm>
            <a:off x="931453" y="2119468"/>
            <a:ext cx="2560886" cy="2560886"/>
          </a:xfrm>
          <a:prstGeom prst="pie">
            <a:avLst>
              <a:gd fmla="val 0" name="adj1"/>
              <a:gd fmla="val 16200000" name="adj2"/>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54" name="Google Shape;554;p38"/>
          <p:cNvSpPr/>
          <p:nvPr>
            <p:ph idx="3" type="pic"/>
          </p:nvPr>
        </p:nvSpPr>
        <p:spPr>
          <a:xfrm>
            <a:off x="1108702" y="2297268"/>
            <a:ext cx="2206388" cy="2205286"/>
          </a:xfrm>
          <a:prstGeom prst="ellipse">
            <a:avLst/>
          </a:prstGeom>
          <a:solidFill>
            <a:schemeClr val="lt1"/>
          </a:solidFill>
          <a:ln cap="flat" cmpd="sng" w="38100">
            <a:solidFill>
              <a:schemeClr val="lt1"/>
            </a:solidFill>
            <a:prstDash val="solid"/>
            <a:round/>
            <a:headEnd len="sm" w="sm" type="none"/>
            <a:tailEnd len="sm" w="sm" type="none"/>
          </a:ln>
        </p:spPr>
      </p:sp>
      <p:sp>
        <p:nvSpPr>
          <p:cNvPr id="555" name="Google Shape;555;p38"/>
          <p:cNvSpPr/>
          <p:nvPr/>
        </p:nvSpPr>
        <p:spPr>
          <a:xfrm>
            <a:off x="4884263" y="2185508"/>
            <a:ext cx="2428806" cy="2428806"/>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56" name="Google Shape;556;p38"/>
          <p:cNvSpPr/>
          <p:nvPr/>
        </p:nvSpPr>
        <p:spPr>
          <a:xfrm>
            <a:off x="4818223" y="2119468"/>
            <a:ext cx="2560886" cy="2560886"/>
          </a:xfrm>
          <a:prstGeom prst="pie">
            <a:avLst>
              <a:gd fmla="val 0" name="adj1"/>
              <a:gd fmla="val 16200000" name="adj2"/>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57" name="Google Shape;557;p38"/>
          <p:cNvSpPr/>
          <p:nvPr>
            <p:ph idx="4" type="pic"/>
          </p:nvPr>
        </p:nvSpPr>
        <p:spPr>
          <a:xfrm>
            <a:off x="4995472" y="2297268"/>
            <a:ext cx="2206388" cy="2205286"/>
          </a:xfrm>
          <a:prstGeom prst="ellipse">
            <a:avLst/>
          </a:prstGeom>
          <a:solidFill>
            <a:schemeClr val="lt1"/>
          </a:solidFill>
          <a:ln cap="flat" cmpd="sng" w="38100">
            <a:solidFill>
              <a:schemeClr val="lt1"/>
            </a:solidFill>
            <a:prstDash val="solid"/>
            <a:round/>
            <a:headEnd len="sm" w="sm" type="none"/>
            <a:tailEnd len="sm" w="sm" type="none"/>
          </a:ln>
        </p:spPr>
      </p:sp>
      <p:sp>
        <p:nvSpPr>
          <p:cNvPr id="558" name="Google Shape;558;p38"/>
          <p:cNvSpPr/>
          <p:nvPr/>
        </p:nvSpPr>
        <p:spPr>
          <a:xfrm>
            <a:off x="8762241" y="2185508"/>
            <a:ext cx="2428806" cy="2428806"/>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59" name="Google Shape;559;p38"/>
          <p:cNvSpPr/>
          <p:nvPr/>
        </p:nvSpPr>
        <p:spPr>
          <a:xfrm>
            <a:off x="8696201" y="2119468"/>
            <a:ext cx="2560886" cy="2560886"/>
          </a:xfrm>
          <a:prstGeom prst="pie">
            <a:avLst>
              <a:gd fmla="val 0" name="adj1"/>
              <a:gd fmla="val 16200000" name="adj2"/>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60" name="Google Shape;560;p38"/>
          <p:cNvSpPr/>
          <p:nvPr>
            <p:ph idx="5" type="pic"/>
          </p:nvPr>
        </p:nvSpPr>
        <p:spPr>
          <a:xfrm>
            <a:off x="8873450" y="2297268"/>
            <a:ext cx="2206388" cy="2205286"/>
          </a:xfrm>
          <a:prstGeom prst="ellipse">
            <a:avLst/>
          </a:prstGeom>
          <a:solidFill>
            <a:schemeClr val="lt1"/>
          </a:solidFill>
          <a:ln cap="flat" cmpd="sng" w="38100">
            <a:solidFill>
              <a:schemeClr val="lt1"/>
            </a:solidFill>
            <a:prstDash val="solid"/>
            <a:round/>
            <a:headEnd len="sm" w="sm" type="none"/>
            <a:tailEnd len="sm" w="sm" type="none"/>
          </a:ln>
        </p:spPr>
      </p:sp>
      <p:sp>
        <p:nvSpPr>
          <p:cNvPr id="561" name="Google Shape;561;p38"/>
          <p:cNvSpPr txBox="1"/>
          <p:nvPr>
            <p:ph idx="6" type="body"/>
          </p:nvPr>
        </p:nvSpPr>
        <p:spPr>
          <a:xfrm>
            <a:off x="4434458" y="5611903"/>
            <a:ext cx="3328416" cy="229935"/>
          </a:xfrm>
          <a:prstGeom prst="rect">
            <a:avLst/>
          </a:prstGeom>
          <a:noFill/>
          <a:ln>
            <a:noFill/>
          </a:ln>
        </p:spPr>
        <p:txBody>
          <a:bodyPr anchorCtr="0" anchor="t" bIns="0" lIns="0" spcFirstLastPara="1" rIns="0" wrap="square" tIns="0">
            <a:spAutoFit/>
          </a:bodyPr>
          <a:lstStyle>
            <a:lvl1pPr indent="-228600" lvl="0" marL="457200" algn="ctr">
              <a:lnSpc>
                <a:spcPct val="83000"/>
              </a:lnSpc>
              <a:spcBef>
                <a:spcPts val="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62" name="Google Shape;562;p38"/>
          <p:cNvSpPr txBox="1"/>
          <p:nvPr>
            <p:ph idx="7" type="body"/>
          </p:nvPr>
        </p:nvSpPr>
        <p:spPr>
          <a:xfrm>
            <a:off x="4434458" y="4847408"/>
            <a:ext cx="3328416" cy="698204"/>
          </a:xfrm>
          <a:prstGeom prst="rect">
            <a:avLst/>
          </a:prstGeom>
          <a:noFill/>
          <a:ln>
            <a:noFill/>
          </a:ln>
        </p:spPr>
        <p:txBody>
          <a:bodyPr anchorCtr="0" anchor="ctr" bIns="0" lIns="0" spcFirstLastPara="1" rIns="0" wrap="square" tIns="0">
            <a:spAutoFit/>
          </a:bodyPr>
          <a:lstStyle>
            <a:lvl1pPr indent="-228600" lvl="0" marL="457200" algn="ctr">
              <a:lnSpc>
                <a:spcPct val="80000"/>
              </a:lnSpc>
              <a:spcBef>
                <a:spcPts val="0"/>
              </a:spcBef>
              <a:spcAft>
                <a:spcPts val="0"/>
              </a:spcAft>
              <a:buClr>
                <a:schemeClr val="dk1"/>
              </a:buClr>
              <a:buSzPts val="2800"/>
              <a:buNone/>
              <a:defRPr b="1" sz="2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63" name="Google Shape;563;p38"/>
          <p:cNvSpPr txBox="1"/>
          <p:nvPr>
            <p:ph idx="8" type="body"/>
          </p:nvPr>
        </p:nvSpPr>
        <p:spPr>
          <a:xfrm>
            <a:off x="8310563" y="5611903"/>
            <a:ext cx="3332162" cy="229935"/>
          </a:xfrm>
          <a:prstGeom prst="rect">
            <a:avLst/>
          </a:prstGeom>
          <a:noFill/>
          <a:ln>
            <a:noFill/>
          </a:ln>
        </p:spPr>
        <p:txBody>
          <a:bodyPr anchorCtr="0" anchor="t" bIns="0" lIns="0" spcFirstLastPara="1" rIns="0" wrap="square" tIns="0">
            <a:spAutoFit/>
          </a:bodyPr>
          <a:lstStyle>
            <a:lvl1pPr indent="-228600" lvl="0" marL="457200" algn="ctr">
              <a:lnSpc>
                <a:spcPct val="83000"/>
              </a:lnSpc>
              <a:spcBef>
                <a:spcPts val="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64" name="Google Shape;564;p38"/>
          <p:cNvSpPr txBox="1"/>
          <p:nvPr>
            <p:ph idx="9" type="body"/>
          </p:nvPr>
        </p:nvSpPr>
        <p:spPr>
          <a:xfrm>
            <a:off x="8310563" y="4847408"/>
            <a:ext cx="3332162" cy="698204"/>
          </a:xfrm>
          <a:prstGeom prst="rect">
            <a:avLst/>
          </a:prstGeom>
          <a:noFill/>
          <a:ln>
            <a:noFill/>
          </a:ln>
        </p:spPr>
        <p:txBody>
          <a:bodyPr anchorCtr="0" anchor="ctr" bIns="0" lIns="0" spcFirstLastPara="1" rIns="0" wrap="square" tIns="0">
            <a:spAutoFit/>
          </a:bodyPr>
          <a:lstStyle>
            <a:lvl1pPr indent="-228600" lvl="0" marL="457200" algn="ctr">
              <a:lnSpc>
                <a:spcPct val="80000"/>
              </a:lnSpc>
              <a:spcBef>
                <a:spcPts val="0"/>
              </a:spcBef>
              <a:spcAft>
                <a:spcPts val="0"/>
              </a:spcAft>
              <a:buClr>
                <a:schemeClr val="dk1"/>
              </a:buClr>
              <a:buSzPts val="2800"/>
              <a:buNone/>
              <a:defRPr b="1" sz="2800">
                <a:solidFill>
                  <a:schemeClr val="dk1"/>
                </a:solidFill>
                <a:latin typeface="Montserrat"/>
                <a:ea typeface="Montserrat"/>
                <a:cs typeface="Montserrat"/>
                <a:sym typeface="Montserrat"/>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565" name="Google Shape;565;p38"/>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rgbClr val="757575"/>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Thank You_Gradient" showMasterSp="0">
  <p:cSld name="40_Thank You_Gradient">
    <p:spTree>
      <p:nvGrpSpPr>
        <p:cNvPr id="566" name="Shape 566"/>
        <p:cNvGrpSpPr/>
        <p:nvPr/>
      </p:nvGrpSpPr>
      <p:grpSpPr>
        <a:xfrm>
          <a:off x="0" y="0"/>
          <a:ext cx="0" cy="0"/>
          <a:chOff x="0" y="0"/>
          <a:chExt cx="0" cy="0"/>
        </a:xfrm>
      </p:grpSpPr>
      <p:sp>
        <p:nvSpPr>
          <p:cNvPr id="567" name="Google Shape;567;p39"/>
          <p:cNvSpPr/>
          <p:nvPr/>
        </p:nvSpPr>
        <p:spPr>
          <a:xfrm>
            <a:off x="-1" y="0"/>
            <a:ext cx="12192000" cy="6858000"/>
          </a:xfrm>
          <a:custGeom>
            <a:rect b="b" l="l" r="r" t="t"/>
            <a:pathLst>
              <a:path extrusionOk="0" h="6858000" w="12192000">
                <a:moveTo>
                  <a:pt x="275280" y="275280"/>
                </a:moveTo>
                <a:lnTo>
                  <a:pt x="275280" y="6582720"/>
                </a:lnTo>
                <a:lnTo>
                  <a:pt x="11032575" y="6582720"/>
                </a:lnTo>
                <a:lnTo>
                  <a:pt x="11916720" y="5452526"/>
                </a:lnTo>
                <a:lnTo>
                  <a:pt x="11916720" y="275280"/>
                </a:lnTo>
                <a:lnTo>
                  <a:pt x="275280" y="275280"/>
                </a:lnTo>
                <a:close/>
                <a:moveTo>
                  <a:pt x="0" y="0"/>
                </a:moveTo>
                <a:lnTo>
                  <a:pt x="12192000" y="0"/>
                </a:lnTo>
                <a:lnTo>
                  <a:pt x="12192000" y="6858000"/>
                </a:lnTo>
                <a:lnTo>
                  <a:pt x="0" y="6858000"/>
                </a:ln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pic>
        <p:nvPicPr>
          <p:cNvPr id="568" name="Google Shape;568;p39"/>
          <p:cNvPicPr preferRelativeResize="0"/>
          <p:nvPr/>
        </p:nvPicPr>
        <p:blipFill rotWithShape="1">
          <a:blip r:embed="rId2">
            <a:alphaModFix/>
          </a:blip>
          <a:srcRect b="0" l="0" r="0" t="0"/>
          <a:stretch/>
        </p:blipFill>
        <p:spPr>
          <a:xfrm>
            <a:off x="593085" y="559667"/>
            <a:ext cx="11005832" cy="5738663"/>
          </a:xfrm>
          <a:custGeom>
            <a:rect b="b" l="l" r="r" t="t"/>
            <a:pathLst>
              <a:path extrusionOk="0" h="5738663" w="11005832">
                <a:moveTo>
                  <a:pt x="10825427" y="5556928"/>
                </a:moveTo>
                <a:lnTo>
                  <a:pt x="11005832" y="5556928"/>
                </a:lnTo>
                <a:lnTo>
                  <a:pt x="11005832" y="5738663"/>
                </a:lnTo>
                <a:lnTo>
                  <a:pt x="10825427" y="5738663"/>
                </a:lnTo>
                <a:close/>
                <a:moveTo>
                  <a:pt x="0" y="4722847"/>
                </a:moveTo>
                <a:lnTo>
                  <a:pt x="11005832" y="4722847"/>
                </a:lnTo>
                <a:lnTo>
                  <a:pt x="11005832" y="4945268"/>
                </a:lnTo>
                <a:lnTo>
                  <a:pt x="10812201" y="4945268"/>
                </a:lnTo>
                <a:lnTo>
                  <a:pt x="10812201" y="5127003"/>
                </a:lnTo>
                <a:lnTo>
                  <a:pt x="10621540" y="5127003"/>
                </a:lnTo>
                <a:lnTo>
                  <a:pt x="10621540" y="5367437"/>
                </a:lnTo>
                <a:lnTo>
                  <a:pt x="10421610" y="5367437"/>
                </a:lnTo>
                <a:lnTo>
                  <a:pt x="10421610" y="5527055"/>
                </a:lnTo>
                <a:lnTo>
                  <a:pt x="10229414" y="5527055"/>
                </a:lnTo>
                <a:lnTo>
                  <a:pt x="10229414" y="5738663"/>
                </a:lnTo>
                <a:lnTo>
                  <a:pt x="0" y="5738663"/>
                </a:lnTo>
                <a:close/>
                <a:moveTo>
                  <a:pt x="0" y="0"/>
                </a:moveTo>
                <a:lnTo>
                  <a:pt x="11005832" y="0"/>
                </a:lnTo>
                <a:lnTo>
                  <a:pt x="11005832" y="1015819"/>
                </a:lnTo>
                <a:lnTo>
                  <a:pt x="0" y="1015819"/>
                </a:lnTo>
                <a:close/>
              </a:path>
            </a:pathLst>
          </a:custGeom>
          <a:noFill/>
          <a:ln>
            <a:noFill/>
          </a:ln>
        </p:spPr>
      </p:pic>
      <p:grpSp>
        <p:nvGrpSpPr>
          <p:cNvPr id="569" name="Google Shape;569;p39"/>
          <p:cNvGrpSpPr/>
          <p:nvPr/>
        </p:nvGrpSpPr>
        <p:grpSpPr>
          <a:xfrm>
            <a:off x="3900970" y="2879123"/>
            <a:ext cx="4390055" cy="1099749"/>
            <a:chOff x="10573833" y="4992967"/>
            <a:chExt cx="923543" cy="231356"/>
          </a:xfrm>
        </p:grpSpPr>
        <p:sp>
          <p:nvSpPr>
            <p:cNvPr id="570" name="Google Shape;570;p39"/>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571" name="Google Shape;571;p39"/>
            <p:cNvGrpSpPr/>
            <p:nvPr/>
          </p:nvGrpSpPr>
          <p:grpSpPr>
            <a:xfrm>
              <a:off x="10573833" y="4992967"/>
              <a:ext cx="878511" cy="231356"/>
              <a:chOff x="10573833" y="4992967"/>
              <a:chExt cx="878511" cy="231356"/>
            </a:xfrm>
          </p:grpSpPr>
          <p:grpSp>
            <p:nvGrpSpPr>
              <p:cNvPr id="572" name="Google Shape;572;p39"/>
              <p:cNvGrpSpPr/>
              <p:nvPr/>
            </p:nvGrpSpPr>
            <p:grpSpPr>
              <a:xfrm>
                <a:off x="10573833" y="4992967"/>
                <a:ext cx="675627" cy="231356"/>
                <a:chOff x="10573833" y="4992967"/>
                <a:chExt cx="675627" cy="231356"/>
              </a:xfrm>
            </p:grpSpPr>
            <p:sp>
              <p:nvSpPr>
                <p:cNvPr id="573" name="Google Shape;573;p39"/>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74" name="Google Shape;574;p39"/>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75" name="Google Shape;575;p39"/>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76" name="Google Shape;576;p39"/>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77" name="Google Shape;577;p39"/>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78" name="Google Shape;578;p39"/>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579" name="Google Shape;579;p39"/>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580" name="Google Shape;580;p39"/>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581" name="Google Shape;581;p39"/>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Narrow Title Four Columns" showMasterSp="0">
  <p:cSld name="13_Narrow Title Four Columns">
    <p:spTree>
      <p:nvGrpSpPr>
        <p:cNvPr id="582" name="Shape 582"/>
        <p:cNvGrpSpPr/>
        <p:nvPr/>
      </p:nvGrpSpPr>
      <p:grpSpPr>
        <a:xfrm>
          <a:off x="0" y="0"/>
          <a:ext cx="0" cy="0"/>
          <a:chOff x="0" y="0"/>
          <a:chExt cx="0" cy="0"/>
        </a:xfrm>
      </p:grpSpPr>
      <p:sp>
        <p:nvSpPr>
          <p:cNvPr id="583" name="Google Shape;583;p40"/>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chemeClr val="accent1"/>
              </a:solidFill>
              <a:latin typeface="Montserrat Medium"/>
              <a:ea typeface="Montserrat Medium"/>
              <a:cs typeface="Montserrat Medium"/>
              <a:sym typeface="Montserrat Medium"/>
            </a:endParaRPr>
          </a:p>
        </p:txBody>
      </p:sp>
      <p:sp>
        <p:nvSpPr>
          <p:cNvPr id="584" name="Google Shape;584;p40"/>
          <p:cNvSpPr txBox="1"/>
          <p:nvPr>
            <p:ph type="title"/>
          </p:nvPr>
        </p:nvSpPr>
        <p:spPr>
          <a:xfrm>
            <a:off x="549275" y="281645"/>
            <a:ext cx="11093450" cy="738664"/>
          </a:xfrm>
          <a:prstGeom prst="rect">
            <a:avLst/>
          </a:prstGeom>
          <a:noFill/>
          <a:ln>
            <a:noFill/>
          </a:ln>
        </p:spPr>
        <p:txBody>
          <a:bodyPr anchorCtr="0" anchor="t" bIns="91425" lIns="0" spcFirstLastPara="1" rIns="0" wrap="square" tIns="91425">
            <a:noAutofit/>
          </a:bodyPr>
          <a:lstStyle>
            <a:lvl1pPr lvl="0" algn="l">
              <a:lnSpc>
                <a:spcPct val="100000"/>
              </a:lnSpc>
              <a:spcBef>
                <a:spcPts val="0"/>
              </a:spcBef>
              <a:spcAft>
                <a:spcPts val="0"/>
              </a:spcAft>
              <a:buClr>
                <a:schemeClr val="lt1"/>
              </a:buClr>
              <a:buSzPts val="36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5" name="Google Shape;585;p40"/>
          <p:cNvSpPr/>
          <p:nvPr/>
        </p:nvSpPr>
        <p:spPr>
          <a:xfrm>
            <a:off x="-1" y="-2"/>
            <a:ext cx="12192000" cy="6858000"/>
          </a:xfrm>
          <a:custGeom>
            <a:rect b="b" l="l" r="r" t="t"/>
            <a:pathLst>
              <a:path extrusionOk="0" h="6858000" w="12192000">
                <a:moveTo>
                  <a:pt x="274320" y="274324"/>
                </a:moveTo>
                <a:lnTo>
                  <a:pt x="274320" y="1020309"/>
                </a:lnTo>
                <a:lnTo>
                  <a:pt x="11570536" y="1020309"/>
                </a:lnTo>
                <a:lnTo>
                  <a:pt x="11917365" y="576961"/>
                </a:lnTo>
                <a:lnTo>
                  <a:pt x="11917365" y="274324"/>
                </a:lnTo>
                <a:close/>
                <a:moveTo>
                  <a:pt x="0" y="0"/>
                </a:moveTo>
                <a:lnTo>
                  <a:pt x="12192000" y="0"/>
                </a:lnTo>
                <a:lnTo>
                  <a:pt x="12192000" y="5915222"/>
                </a:lnTo>
                <a:lnTo>
                  <a:pt x="1145447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586" name="Google Shape;586;p40"/>
          <p:cNvSpPr txBox="1"/>
          <p:nvPr>
            <p:ph idx="1" type="body"/>
          </p:nvPr>
        </p:nvSpPr>
        <p:spPr>
          <a:xfrm>
            <a:off x="550864" y="1144857"/>
            <a:ext cx="11091862" cy="274320"/>
          </a:xfrm>
          <a:prstGeom prst="rect">
            <a:avLst/>
          </a:prstGeom>
          <a:noFill/>
          <a:ln>
            <a:noFill/>
          </a:ln>
        </p:spPr>
        <p:txBody>
          <a:bodyPr anchorCtr="0" anchor="t" bIns="0" lIns="0" spcFirstLastPara="1" rIns="0" wrap="square" tIns="0">
            <a:spAutoFit/>
          </a:bodyPr>
          <a:lstStyle>
            <a:lvl1pPr indent="-228600" lvl="0" marL="457200" algn="l">
              <a:lnSpc>
                <a:spcPct val="83000"/>
              </a:lnSpc>
              <a:spcBef>
                <a:spcPts val="0"/>
              </a:spcBef>
              <a:spcAft>
                <a:spcPts val="0"/>
              </a:spcAft>
              <a:buClr>
                <a:schemeClr val="accent1"/>
              </a:buClr>
              <a:buSzPts val="2200"/>
              <a:buNone/>
              <a:defRPr b="0" sz="2200">
                <a:solidFill>
                  <a:schemeClr val="accent1"/>
                </a:solidFill>
                <a:latin typeface="Montserrat Medium"/>
                <a:ea typeface="Montserrat Medium"/>
                <a:cs typeface="Montserrat Medium"/>
                <a:sym typeface="Montserrat Medium"/>
              </a:defRPr>
            </a:lvl1pPr>
            <a:lvl2pPr indent="-228600" lvl="1" marL="914400" algn="l">
              <a:lnSpc>
                <a:spcPct val="90000"/>
              </a:lnSpc>
              <a:spcBef>
                <a:spcPts val="400"/>
              </a:spcBef>
              <a:spcAft>
                <a:spcPts val="0"/>
              </a:spcAft>
              <a:buSzPts val="2000"/>
              <a:buNone/>
              <a:defRPr b="1" sz="2000"/>
            </a:lvl2pPr>
            <a:lvl3pPr indent="-228600" lvl="2" marL="1371600" algn="l">
              <a:lnSpc>
                <a:spcPct val="85000"/>
              </a:lnSpc>
              <a:spcBef>
                <a:spcPts val="400"/>
              </a:spcBef>
              <a:spcAft>
                <a:spcPts val="0"/>
              </a:spcAft>
              <a:buClr>
                <a:schemeClr val="dk1"/>
              </a:buClr>
              <a:buSzPts val="1800"/>
              <a:buNone/>
              <a:defRPr b="1" sz="1800"/>
            </a:lvl3pPr>
            <a:lvl4pPr indent="-228600" lvl="3" marL="1828800" algn="l">
              <a:lnSpc>
                <a:spcPct val="90000"/>
              </a:lnSpc>
              <a:spcBef>
                <a:spcPts val="1200"/>
              </a:spcBef>
              <a:spcAft>
                <a:spcPts val="0"/>
              </a:spcAft>
              <a:buClr>
                <a:schemeClr val="dk1"/>
              </a:buClr>
              <a:buSzPts val="1600"/>
              <a:buNone/>
              <a:defRPr b="1" sz="1600"/>
            </a:lvl4pPr>
            <a:lvl5pPr indent="-228600" lvl="4" marL="2286000" algn="l">
              <a:lnSpc>
                <a:spcPct val="90000"/>
              </a:lnSpc>
              <a:spcBef>
                <a:spcPts val="0"/>
              </a:spcBef>
              <a:spcAft>
                <a:spcPts val="0"/>
              </a:spcAft>
              <a:buClr>
                <a:schemeClr val="accent1"/>
              </a:buClr>
              <a:buSzPts val="1600"/>
              <a:buNone/>
              <a:defRPr b="1" sz="1600"/>
            </a:lvl5pPr>
            <a:lvl6pPr indent="-228600" lvl="5" marL="2743200" algn="l">
              <a:lnSpc>
                <a:spcPct val="120000"/>
              </a:lnSpc>
              <a:spcBef>
                <a:spcPts val="800"/>
              </a:spcBef>
              <a:spcAft>
                <a:spcPts val="0"/>
              </a:spcAft>
              <a:buClr>
                <a:schemeClr val="dk1"/>
              </a:buClr>
              <a:buSzPts val="1600"/>
              <a:buNone/>
              <a:defRPr b="1" sz="1600"/>
            </a:lvl6pPr>
            <a:lvl7pPr indent="-228600" lvl="6" marL="3200400" algn="l">
              <a:lnSpc>
                <a:spcPct val="85000"/>
              </a:lnSpc>
              <a:spcBef>
                <a:spcPts val="600"/>
              </a:spcBef>
              <a:spcAft>
                <a:spcPts val="0"/>
              </a:spcAft>
              <a:buSzPts val="1600"/>
              <a:buNone/>
              <a:defRPr b="1" sz="1600"/>
            </a:lvl7pPr>
            <a:lvl8pPr indent="-228600" lvl="7" marL="3657600" algn="l">
              <a:lnSpc>
                <a:spcPct val="100000"/>
              </a:lnSpc>
              <a:spcBef>
                <a:spcPts val="1200"/>
              </a:spcBef>
              <a:spcAft>
                <a:spcPts val="0"/>
              </a:spcAft>
              <a:buClr>
                <a:schemeClr val="dk1"/>
              </a:buClr>
              <a:buSzPts val="1600"/>
              <a:buNone/>
              <a:defRPr b="1" sz="1600"/>
            </a:lvl8pPr>
            <a:lvl9pPr indent="-228600" lvl="8" marL="4114800" algn="l">
              <a:lnSpc>
                <a:spcPct val="85000"/>
              </a:lnSpc>
              <a:spcBef>
                <a:spcPts val="600"/>
              </a:spcBef>
              <a:spcAft>
                <a:spcPts val="1200"/>
              </a:spcAft>
              <a:buSzPts val="1600"/>
              <a:buNone/>
              <a:defRPr b="1" sz="1600"/>
            </a:lvl9pPr>
          </a:lstStyle>
          <a:p/>
        </p:txBody>
      </p:sp>
      <p:sp>
        <p:nvSpPr>
          <p:cNvPr id="587" name="Google Shape;587;p40"/>
          <p:cNvSpPr txBox="1"/>
          <p:nvPr>
            <p:ph idx="2" type="body"/>
          </p:nvPr>
        </p:nvSpPr>
        <p:spPr>
          <a:xfrm>
            <a:off x="549275" y="1784350"/>
            <a:ext cx="2360613" cy="429101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588" name="Google Shape;588;p40"/>
          <p:cNvSpPr txBox="1"/>
          <p:nvPr>
            <p:ph idx="3" type="body"/>
          </p:nvPr>
        </p:nvSpPr>
        <p:spPr>
          <a:xfrm>
            <a:off x="3459163" y="1784350"/>
            <a:ext cx="2362200" cy="429101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589" name="Google Shape;589;p40"/>
          <p:cNvSpPr txBox="1"/>
          <p:nvPr>
            <p:ph idx="4" type="body"/>
          </p:nvPr>
        </p:nvSpPr>
        <p:spPr>
          <a:xfrm>
            <a:off x="6370638" y="1784350"/>
            <a:ext cx="2362200" cy="429101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590" name="Google Shape;590;p40"/>
          <p:cNvSpPr txBox="1"/>
          <p:nvPr>
            <p:ph idx="5" type="body"/>
          </p:nvPr>
        </p:nvSpPr>
        <p:spPr>
          <a:xfrm>
            <a:off x="9282113" y="1784350"/>
            <a:ext cx="2360612" cy="4291013"/>
          </a:xfrm>
          <a:prstGeom prst="rect">
            <a:avLst/>
          </a:prstGeom>
          <a:noFill/>
          <a:ln>
            <a:noFill/>
          </a:ln>
        </p:spPr>
        <p:txBody>
          <a:bodyPr anchorCtr="0" anchor="t" bIns="0" lIns="0" spcFirstLastPara="1" rIns="0" wrap="square" tIns="0">
            <a:noAutofit/>
          </a:bodyPr>
          <a:lstStyle>
            <a:lvl1pPr indent="-368300" lvl="0" marL="457200" algn="l">
              <a:lnSpc>
                <a:spcPct val="95000"/>
              </a:lnSpc>
              <a:spcBef>
                <a:spcPts val="2000"/>
              </a:spcBef>
              <a:spcAft>
                <a:spcPts val="0"/>
              </a:spcAft>
              <a:buClr>
                <a:schemeClr val="dk1"/>
              </a:buClr>
              <a:buSzPts val="2200"/>
              <a:buChar char="​"/>
              <a:defRPr>
                <a:latin typeface="Montserrat"/>
                <a:ea typeface="Montserrat"/>
                <a:cs typeface="Montserrat"/>
                <a:sym typeface="Montserrat"/>
              </a:defRPr>
            </a:lvl1pPr>
            <a:lvl2pPr indent="-342900" lvl="1" marL="914400" algn="l">
              <a:lnSpc>
                <a:spcPct val="90000"/>
              </a:lnSpc>
              <a:spcBef>
                <a:spcPts val="400"/>
              </a:spcBef>
              <a:spcAft>
                <a:spcPts val="0"/>
              </a:spcAft>
              <a:buSzPts val="1800"/>
              <a:buChar char="•"/>
              <a:defRPr>
                <a:latin typeface="Montserrat"/>
                <a:ea typeface="Montserrat"/>
                <a:cs typeface="Montserrat"/>
                <a:sym typeface="Montserrat"/>
              </a:defRPr>
            </a:lvl2pPr>
            <a:lvl3pPr indent="-317500" lvl="2" marL="1371600" algn="l">
              <a:lnSpc>
                <a:spcPct val="85000"/>
              </a:lnSpc>
              <a:spcBef>
                <a:spcPts val="400"/>
              </a:spcBef>
              <a:spcAft>
                <a:spcPts val="0"/>
              </a:spcAft>
              <a:buClr>
                <a:schemeClr val="dk1"/>
              </a:buClr>
              <a:buSzPts val="1400"/>
              <a:buChar char="–"/>
              <a:defRPr>
                <a:latin typeface="Montserrat"/>
                <a:ea typeface="Montserrat"/>
                <a:cs typeface="Montserrat"/>
                <a:sym typeface="Montserrat"/>
              </a:defRPr>
            </a:lvl3pPr>
            <a:lvl4pPr indent="-355600" lvl="3" marL="1828800" algn="l">
              <a:lnSpc>
                <a:spcPct val="90000"/>
              </a:lnSpc>
              <a:spcBef>
                <a:spcPts val="1200"/>
              </a:spcBef>
              <a:spcAft>
                <a:spcPts val="0"/>
              </a:spcAft>
              <a:buClr>
                <a:schemeClr val="dk1"/>
              </a:buClr>
              <a:buSzPts val="2000"/>
              <a:buChar char="​"/>
              <a:defRPr>
                <a:latin typeface="Montserrat"/>
                <a:ea typeface="Montserrat"/>
                <a:cs typeface="Montserrat"/>
                <a:sym typeface="Montserrat"/>
              </a:defRPr>
            </a:lvl4pPr>
            <a:lvl5pPr indent="-317500" lvl="4" marL="2286000" algn="l">
              <a:lnSpc>
                <a:spcPct val="90000"/>
              </a:lnSpc>
              <a:spcBef>
                <a:spcPts val="0"/>
              </a:spcBef>
              <a:spcAft>
                <a:spcPts val="0"/>
              </a:spcAft>
              <a:buClr>
                <a:schemeClr val="accent1"/>
              </a:buClr>
              <a:buSzPts val="1400"/>
              <a:buChar char="​"/>
              <a:defRPr>
                <a:latin typeface="Montserrat"/>
                <a:ea typeface="Montserrat"/>
                <a:cs typeface="Montserrat"/>
                <a:sym typeface="Montserrat"/>
              </a:defRPr>
            </a:lvl5pPr>
            <a:lvl6pPr indent="-342900" lvl="5" marL="2743200" algn="l">
              <a:lnSpc>
                <a:spcPct val="120000"/>
              </a:lnSpc>
              <a:spcBef>
                <a:spcPts val="800"/>
              </a:spcBef>
              <a:spcAft>
                <a:spcPts val="0"/>
              </a:spcAft>
              <a:buClr>
                <a:schemeClr val="dk1"/>
              </a:buClr>
              <a:buSzPts val="1800"/>
              <a:buChar char="​"/>
              <a:defRPr/>
            </a:lvl6pPr>
            <a:lvl7pPr indent="-342900" lvl="6" marL="3200400" algn="l">
              <a:lnSpc>
                <a:spcPct val="85000"/>
              </a:lnSpc>
              <a:spcBef>
                <a:spcPts val="600"/>
              </a:spcBef>
              <a:spcAft>
                <a:spcPts val="0"/>
              </a:spcAft>
              <a:buSzPts val="1800"/>
              <a:buChar char="•"/>
              <a:defRPr/>
            </a:lvl7pPr>
            <a:lvl8pPr indent="-342900" lvl="7" marL="3657600" algn="l">
              <a:lnSpc>
                <a:spcPct val="100000"/>
              </a:lnSpc>
              <a:spcBef>
                <a:spcPts val="1200"/>
              </a:spcBef>
              <a:spcAft>
                <a:spcPts val="0"/>
              </a:spcAft>
              <a:buClr>
                <a:schemeClr val="dk1"/>
              </a:buClr>
              <a:buSzPts val="1800"/>
              <a:buChar char="“"/>
              <a:defRPr/>
            </a:lvl8pPr>
            <a:lvl9pPr indent="-342900" lvl="8" marL="4114800" algn="l">
              <a:lnSpc>
                <a:spcPct val="85000"/>
              </a:lnSpc>
              <a:spcBef>
                <a:spcPts val="600"/>
              </a:spcBef>
              <a:spcAft>
                <a:spcPts val="1200"/>
              </a:spcAft>
              <a:buSzPts val="1800"/>
              <a:buChar char="•"/>
              <a:defRPr/>
            </a:lvl9pPr>
          </a:lstStyle>
          <a:p/>
        </p:txBody>
      </p:sp>
      <p:sp>
        <p:nvSpPr>
          <p:cNvPr id="591" name="Google Shape;591;p40"/>
          <p:cNvSpPr/>
          <p:nvPr/>
        </p:nvSpPr>
        <p:spPr>
          <a:xfrm>
            <a:off x="390356" y="355516"/>
            <a:ext cx="75877" cy="582679"/>
          </a:xfrm>
          <a:custGeom>
            <a:rect b="b" l="l" r="r" t="t"/>
            <a:pathLst>
              <a:path extrusionOk="0" h="582679" w="75877">
                <a:moveTo>
                  <a:pt x="7506" y="537183"/>
                </a:moveTo>
                <a:lnTo>
                  <a:pt x="72878" y="574920"/>
                </a:lnTo>
                <a:lnTo>
                  <a:pt x="68401" y="582679"/>
                </a:lnTo>
                <a:lnTo>
                  <a:pt x="3029" y="544943"/>
                </a:lnTo>
                <a:close/>
                <a:moveTo>
                  <a:pt x="4014" y="453278"/>
                </a:moveTo>
                <a:lnTo>
                  <a:pt x="74937" y="479093"/>
                </a:lnTo>
                <a:lnTo>
                  <a:pt x="71878" y="487509"/>
                </a:lnTo>
                <a:lnTo>
                  <a:pt x="955" y="461694"/>
                </a:lnTo>
                <a:close/>
                <a:moveTo>
                  <a:pt x="1552" y="369896"/>
                </a:moveTo>
                <a:lnTo>
                  <a:pt x="75877" y="382997"/>
                </a:lnTo>
                <a:lnTo>
                  <a:pt x="74325" y="391816"/>
                </a:lnTo>
                <a:lnTo>
                  <a:pt x="0" y="378714"/>
                </a:lnTo>
                <a:close/>
                <a:moveTo>
                  <a:pt x="209" y="286856"/>
                </a:moveTo>
                <a:lnTo>
                  <a:pt x="75683" y="286856"/>
                </a:lnTo>
                <a:lnTo>
                  <a:pt x="75683" y="295809"/>
                </a:lnTo>
                <a:lnTo>
                  <a:pt x="209" y="295809"/>
                </a:lnTo>
                <a:close/>
                <a:moveTo>
                  <a:pt x="74325" y="190849"/>
                </a:moveTo>
                <a:lnTo>
                  <a:pt x="75877" y="199668"/>
                </a:lnTo>
                <a:lnTo>
                  <a:pt x="1552" y="212770"/>
                </a:lnTo>
                <a:lnTo>
                  <a:pt x="0" y="203951"/>
                </a:lnTo>
                <a:close/>
                <a:moveTo>
                  <a:pt x="71878" y="95156"/>
                </a:moveTo>
                <a:lnTo>
                  <a:pt x="74937" y="103572"/>
                </a:lnTo>
                <a:lnTo>
                  <a:pt x="4014" y="129387"/>
                </a:lnTo>
                <a:lnTo>
                  <a:pt x="955" y="120971"/>
                </a:lnTo>
                <a:close/>
                <a:moveTo>
                  <a:pt x="68401" y="0"/>
                </a:moveTo>
                <a:lnTo>
                  <a:pt x="72878" y="7760"/>
                </a:lnTo>
                <a:lnTo>
                  <a:pt x="7506" y="45497"/>
                </a:lnTo>
                <a:lnTo>
                  <a:pt x="3029" y="3773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592" name="Google Shape;592;p40"/>
          <p:cNvGrpSpPr/>
          <p:nvPr/>
        </p:nvGrpSpPr>
        <p:grpSpPr>
          <a:xfrm>
            <a:off x="274638" y="6348413"/>
            <a:ext cx="939139" cy="235263"/>
            <a:chOff x="10573833" y="4992967"/>
            <a:chExt cx="923543" cy="231356"/>
          </a:xfrm>
        </p:grpSpPr>
        <p:sp>
          <p:nvSpPr>
            <p:cNvPr id="593" name="Google Shape;593;p40"/>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594" name="Google Shape;594;p40"/>
            <p:cNvGrpSpPr/>
            <p:nvPr/>
          </p:nvGrpSpPr>
          <p:grpSpPr>
            <a:xfrm>
              <a:off x="10573833" y="4992967"/>
              <a:ext cx="878511" cy="231356"/>
              <a:chOff x="10573833" y="4992967"/>
              <a:chExt cx="878511" cy="231356"/>
            </a:xfrm>
          </p:grpSpPr>
          <p:grpSp>
            <p:nvGrpSpPr>
              <p:cNvPr id="595" name="Google Shape;595;p40"/>
              <p:cNvGrpSpPr/>
              <p:nvPr/>
            </p:nvGrpSpPr>
            <p:grpSpPr>
              <a:xfrm>
                <a:off x="10573833" y="4992967"/>
                <a:ext cx="675627" cy="231356"/>
                <a:chOff x="10573833" y="4992967"/>
                <a:chExt cx="675627" cy="231356"/>
              </a:xfrm>
            </p:grpSpPr>
            <p:sp>
              <p:nvSpPr>
                <p:cNvPr id="596" name="Google Shape;596;p40"/>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97" name="Google Shape;597;p40"/>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98" name="Google Shape;598;p40"/>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599" name="Google Shape;599;p40"/>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00" name="Google Shape;600;p40"/>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01" name="Google Shape;601;p40"/>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602" name="Google Shape;602;p40"/>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603" name="Google Shape;603;p40"/>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Photo Grid" showMasterSp="0">
  <p:cSld name="36_Photo Grid">
    <p:spTree>
      <p:nvGrpSpPr>
        <p:cNvPr id="604" name="Shape 604"/>
        <p:cNvGrpSpPr/>
        <p:nvPr/>
      </p:nvGrpSpPr>
      <p:grpSpPr>
        <a:xfrm>
          <a:off x="0" y="0"/>
          <a:ext cx="0" cy="0"/>
          <a:chOff x="0" y="0"/>
          <a:chExt cx="0" cy="0"/>
        </a:xfrm>
      </p:grpSpPr>
      <p:sp>
        <p:nvSpPr>
          <p:cNvPr id="605" name="Google Shape;605;p41"/>
          <p:cNvSpPr/>
          <p:nvPr/>
        </p:nvSpPr>
        <p:spPr>
          <a:xfrm>
            <a:off x="0" y="-1"/>
            <a:ext cx="12192000" cy="6858000"/>
          </a:xfrm>
          <a:custGeom>
            <a:rect b="b" l="l" r="r" t="t"/>
            <a:pathLst>
              <a:path extrusionOk="0" h="6858000" w="12192000">
                <a:moveTo>
                  <a:pt x="3056912" y="1740227"/>
                </a:moveTo>
                <a:lnTo>
                  <a:pt x="3056912" y="5117160"/>
                </a:lnTo>
                <a:lnTo>
                  <a:pt x="6070838" y="5117160"/>
                </a:lnTo>
                <a:lnTo>
                  <a:pt x="6070838" y="5117159"/>
                </a:lnTo>
                <a:lnTo>
                  <a:pt x="5480222" y="5117159"/>
                </a:lnTo>
                <a:lnTo>
                  <a:pt x="6070838" y="4362180"/>
                </a:lnTo>
                <a:lnTo>
                  <a:pt x="6070838" y="1740227"/>
                </a:lnTo>
                <a:close/>
                <a:moveTo>
                  <a:pt x="0" y="0"/>
                </a:moveTo>
                <a:lnTo>
                  <a:pt x="12192000" y="0"/>
                </a:lnTo>
                <a:lnTo>
                  <a:pt x="12192000"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06" name="Google Shape;606;p41"/>
          <p:cNvSpPr/>
          <p:nvPr>
            <p:ph idx="2" type="pic"/>
          </p:nvPr>
        </p:nvSpPr>
        <p:spPr>
          <a:xfrm>
            <a:off x="0" y="1"/>
            <a:ext cx="3017521" cy="5117160"/>
          </a:xfrm>
          <a:prstGeom prst="rect">
            <a:avLst/>
          </a:prstGeom>
          <a:solidFill>
            <a:schemeClr val="lt2"/>
          </a:solidFill>
          <a:ln>
            <a:noFill/>
          </a:ln>
        </p:spPr>
      </p:sp>
      <p:sp>
        <p:nvSpPr>
          <p:cNvPr id="607" name="Google Shape;607;p41"/>
          <p:cNvSpPr/>
          <p:nvPr>
            <p:ph idx="3" type="pic"/>
          </p:nvPr>
        </p:nvSpPr>
        <p:spPr>
          <a:xfrm>
            <a:off x="3056912" y="0"/>
            <a:ext cx="3013926" cy="1694509"/>
          </a:xfrm>
          <a:prstGeom prst="rect">
            <a:avLst/>
          </a:prstGeom>
          <a:solidFill>
            <a:schemeClr val="lt2"/>
          </a:solidFill>
          <a:ln>
            <a:noFill/>
          </a:ln>
        </p:spPr>
      </p:sp>
      <p:sp>
        <p:nvSpPr>
          <p:cNvPr id="608" name="Google Shape;608;p41"/>
          <p:cNvSpPr/>
          <p:nvPr>
            <p:ph idx="4" type="pic"/>
          </p:nvPr>
        </p:nvSpPr>
        <p:spPr>
          <a:xfrm>
            <a:off x="6117690" y="0"/>
            <a:ext cx="3013926" cy="3404331"/>
          </a:xfrm>
          <a:prstGeom prst="rect">
            <a:avLst/>
          </a:prstGeom>
          <a:solidFill>
            <a:schemeClr val="lt2"/>
          </a:solidFill>
          <a:ln>
            <a:noFill/>
          </a:ln>
        </p:spPr>
      </p:sp>
      <p:sp>
        <p:nvSpPr>
          <p:cNvPr id="609" name="Google Shape;609;p41"/>
          <p:cNvSpPr/>
          <p:nvPr>
            <p:ph idx="5" type="pic"/>
          </p:nvPr>
        </p:nvSpPr>
        <p:spPr>
          <a:xfrm>
            <a:off x="9178074" y="0"/>
            <a:ext cx="3013926" cy="1680749"/>
          </a:xfrm>
          <a:prstGeom prst="rect">
            <a:avLst/>
          </a:prstGeom>
          <a:solidFill>
            <a:schemeClr val="lt2"/>
          </a:solidFill>
          <a:ln>
            <a:noFill/>
          </a:ln>
        </p:spPr>
      </p:sp>
      <p:sp>
        <p:nvSpPr>
          <p:cNvPr id="610" name="Google Shape;610;p41"/>
          <p:cNvSpPr/>
          <p:nvPr>
            <p:ph idx="6" type="pic"/>
          </p:nvPr>
        </p:nvSpPr>
        <p:spPr>
          <a:xfrm>
            <a:off x="9178074" y="1726469"/>
            <a:ext cx="3013926" cy="5131531"/>
          </a:xfrm>
          <a:prstGeom prst="rect">
            <a:avLst/>
          </a:prstGeom>
          <a:solidFill>
            <a:schemeClr val="lt2"/>
          </a:solidFill>
          <a:ln>
            <a:noFill/>
          </a:ln>
        </p:spPr>
      </p:sp>
      <p:sp>
        <p:nvSpPr>
          <p:cNvPr id="611" name="Google Shape;611;p41"/>
          <p:cNvSpPr/>
          <p:nvPr>
            <p:ph idx="7" type="pic"/>
          </p:nvPr>
        </p:nvSpPr>
        <p:spPr>
          <a:xfrm>
            <a:off x="6117690" y="3453669"/>
            <a:ext cx="3013926" cy="3404331"/>
          </a:xfrm>
          <a:prstGeom prst="rect">
            <a:avLst/>
          </a:prstGeom>
          <a:solidFill>
            <a:schemeClr val="lt2"/>
          </a:solidFill>
          <a:ln>
            <a:noFill/>
          </a:ln>
        </p:spPr>
      </p:sp>
      <p:sp>
        <p:nvSpPr>
          <p:cNvPr id="612" name="Google Shape;612;p41"/>
          <p:cNvSpPr/>
          <p:nvPr>
            <p:ph idx="8" type="pic"/>
          </p:nvPr>
        </p:nvSpPr>
        <p:spPr>
          <a:xfrm>
            <a:off x="3056912" y="5163491"/>
            <a:ext cx="3013926" cy="1694509"/>
          </a:xfrm>
          <a:prstGeom prst="rect">
            <a:avLst/>
          </a:prstGeom>
          <a:solidFill>
            <a:schemeClr val="lt2"/>
          </a:solidFill>
          <a:ln>
            <a:noFill/>
          </a:ln>
        </p:spPr>
      </p:sp>
      <p:sp>
        <p:nvSpPr>
          <p:cNvPr id="613" name="Google Shape;613;p41"/>
          <p:cNvSpPr/>
          <p:nvPr>
            <p:ph idx="9" type="pic"/>
          </p:nvPr>
        </p:nvSpPr>
        <p:spPr>
          <a:xfrm>
            <a:off x="0" y="5163491"/>
            <a:ext cx="3013926" cy="1694509"/>
          </a:xfrm>
          <a:prstGeom prst="rect">
            <a:avLst/>
          </a:prstGeom>
          <a:solidFill>
            <a:schemeClr val="lt2"/>
          </a:solidFill>
          <a:ln>
            <a:noFill/>
          </a:ln>
        </p:spPr>
      </p:sp>
      <p:sp>
        <p:nvSpPr>
          <p:cNvPr id="614" name="Google Shape;614;p41"/>
          <p:cNvSpPr txBox="1"/>
          <p:nvPr>
            <p:ph idx="1" type="body"/>
          </p:nvPr>
        </p:nvSpPr>
        <p:spPr>
          <a:xfrm>
            <a:off x="3063979" y="1740228"/>
            <a:ext cx="3006859" cy="3376932"/>
          </a:xfrm>
          <a:prstGeom prst="rect">
            <a:avLst/>
          </a:prstGeom>
          <a:noFill/>
          <a:ln>
            <a:noFill/>
          </a:ln>
        </p:spPr>
        <p:txBody>
          <a:bodyPr anchorCtr="0" anchor="ctr" bIns="182875" lIns="182875" spcFirstLastPara="1" rIns="182875" wrap="square" tIns="182875">
            <a:noAutofit/>
          </a:bodyPr>
          <a:lstStyle>
            <a:lvl1pPr indent="-330200" lvl="0" marL="457200" algn="l">
              <a:lnSpc>
                <a:spcPct val="100000"/>
              </a:lnSpc>
              <a:spcBef>
                <a:spcPts val="600"/>
              </a:spcBef>
              <a:spcAft>
                <a:spcPts val="0"/>
              </a:spcAft>
              <a:buClr>
                <a:schemeClr val="lt1"/>
              </a:buClr>
              <a:buSzPts val="1600"/>
              <a:buFont typeface="Arial"/>
              <a:buChar char="“"/>
              <a:defRPr i="0" sz="1600">
                <a:solidFill>
                  <a:schemeClr val="lt1"/>
                </a:solidFill>
                <a:latin typeface="Montserrat"/>
                <a:ea typeface="Montserrat"/>
                <a:cs typeface="Montserrat"/>
                <a:sym typeface="Montserrat"/>
              </a:defRPr>
            </a:lvl1pPr>
            <a:lvl2pPr indent="-304800" lvl="1" marL="914400" algn="l">
              <a:lnSpc>
                <a:spcPct val="100000"/>
              </a:lnSpc>
              <a:spcBef>
                <a:spcPts val="1200"/>
              </a:spcBef>
              <a:spcAft>
                <a:spcPts val="0"/>
              </a:spcAft>
              <a:buSzPts val="1200"/>
              <a:buFont typeface="Arial"/>
              <a:buChar char="​"/>
              <a:defRPr b="1" sz="1200">
                <a:solidFill>
                  <a:schemeClr val="lt1"/>
                </a:solidFill>
                <a:latin typeface="Montserrat"/>
                <a:ea typeface="Montserrat"/>
                <a:cs typeface="Montserrat"/>
                <a:sym typeface="Montserrat"/>
              </a:defRPr>
            </a:lvl2pPr>
            <a:lvl3pPr indent="-304800" lvl="2" marL="1371600" algn="l">
              <a:lnSpc>
                <a:spcPct val="100000"/>
              </a:lnSpc>
              <a:spcBef>
                <a:spcPts val="1200"/>
              </a:spcBef>
              <a:spcAft>
                <a:spcPts val="0"/>
              </a:spcAft>
              <a:buClr>
                <a:schemeClr val="lt1"/>
              </a:buClr>
              <a:buSzPts val="1200"/>
              <a:buFont typeface="Arial"/>
              <a:buChar char="​"/>
              <a:defRPr b="1" sz="1200">
                <a:solidFill>
                  <a:schemeClr val="lt1"/>
                </a:solidFill>
                <a:latin typeface="Montserrat"/>
                <a:ea typeface="Montserrat"/>
                <a:cs typeface="Montserrat"/>
                <a:sym typeface="Montserrat"/>
              </a:defRPr>
            </a:lvl3pPr>
            <a:lvl4pPr indent="-304800" lvl="3" marL="1828800" algn="l">
              <a:lnSpc>
                <a:spcPct val="100000"/>
              </a:lnSpc>
              <a:spcBef>
                <a:spcPts val="1200"/>
              </a:spcBef>
              <a:spcAft>
                <a:spcPts val="0"/>
              </a:spcAft>
              <a:buClr>
                <a:schemeClr val="accent1"/>
              </a:buClr>
              <a:buSzPts val="1200"/>
              <a:buFont typeface="Arial"/>
              <a:buChar char="​"/>
              <a:defRPr b="1" sz="1200">
                <a:solidFill>
                  <a:schemeClr val="lt1"/>
                </a:solidFill>
                <a:latin typeface="Montserrat"/>
                <a:ea typeface="Montserrat"/>
                <a:cs typeface="Montserrat"/>
                <a:sym typeface="Montserrat"/>
              </a:defRPr>
            </a:lvl4pPr>
            <a:lvl5pPr indent="-304800" lvl="4" marL="2286000" algn="l">
              <a:lnSpc>
                <a:spcPct val="100000"/>
              </a:lnSpc>
              <a:spcBef>
                <a:spcPts val="1200"/>
              </a:spcBef>
              <a:spcAft>
                <a:spcPts val="0"/>
              </a:spcAft>
              <a:buClr>
                <a:schemeClr val="lt1"/>
              </a:buClr>
              <a:buSzPts val="1200"/>
              <a:buFont typeface="Arial"/>
              <a:buChar char="​"/>
              <a:defRPr b="1" sz="1200">
                <a:solidFill>
                  <a:schemeClr val="lt1"/>
                </a:solidFill>
                <a:latin typeface="Montserrat"/>
                <a:ea typeface="Montserrat"/>
                <a:cs typeface="Montserrat"/>
                <a:sym typeface="Montserrat"/>
              </a:defRPr>
            </a:lvl5pPr>
            <a:lvl6pPr indent="-304800" lvl="5" marL="2743200" algn="l">
              <a:lnSpc>
                <a:spcPct val="100000"/>
              </a:lnSpc>
              <a:spcBef>
                <a:spcPts val="1200"/>
              </a:spcBef>
              <a:spcAft>
                <a:spcPts val="0"/>
              </a:spcAft>
              <a:buClr>
                <a:schemeClr val="lt1"/>
              </a:buClr>
              <a:buSzPts val="1200"/>
              <a:buFont typeface="Arial"/>
              <a:buChar char="​"/>
              <a:defRPr b="1" sz="1200">
                <a:solidFill>
                  <a:schemeClr val="lt1"/>
                </a:solidFill>
                <a:latin typeface="Montserrat"/>
                <a:ea typeface="Montserrat"/>
                <a:cs typeface="Montserrat"/>
                <a:sym typeface="Montserrat"/>
              </a:defRPr>
            </a:lvl6pPr>
            <a:lvl7pPr indent="-304800" lvl="6" marL="3200400" algn="l">
              <a:lnSpc>
                <a:spcPct val="100000"/>
              </a:lnSpc>
              <a:spcBef>
                <a:spcPts val="1200"/>
              </a:spcBef>
              <a:spcAft>
                <a:spcPts val="0"/>
              </a:spcAft>
              <a:buSzPts val="1200"/>
              <a:buFont typeface="Arial"/>
              <a:buChar char="​"/>
              <a:defRPr b="1" sz="1200">
                <a:solidFill>
                  <a:schemeClr val="lt1"/>
                </a:solidFill>
                <a:latin typeface="Montserrat"/>
                <a:ea typeface="Montserrat"/>
                <a:cs typeface="Montserrat"/>
                <a:sym typeface="Montserrat"/>
              </a:defRPr>
            </a:lvl7pPr>
            <a:lvl8pPr indent="-304800" lvl="7" marL="3657600" algn="l">
              <a:lnSpc>
                <a:spcPct val="100000"/>
              </a:lnSpc>
              <a:spcBef>
                <a:spcPts val="1200"/>
              </a:spcBef>
              <a:spcAft>
                <a:spcPts val="0"/>
              </a:spcAft>
              <a:buClr>
                <a:schemeClr val="lt1"/>
              </a:buClr>
              <a:buSzPts val="1200"/>
              <a:buFont typeface="Arial"/>
              <a:buChar char="​"/>
              <a:defRPr b="1" sz="1200">
                <a:solidFill>
                  <a:schemeClr val="lt1"/>
                </a:solidFill>
                <a:latin typeface="Montserrat"/>
                <a:ea typeface="Montserrat"/>
                <a:cs typeface="Montserrat"/>
                <a:sym typeface="Montserrat"/>
              </a:defRPr>
            </a:lvl8pPr>
            <a:lvl9pPr indent="-304800" lvl="8" marL="4114800" algn="l">
              <a:lnSpc>
                <a:spcPct val="100000"/>
              </a:lnSpc>
              <a:spcBef>
                <a:spcPts val="1200"/>
              </a:spcBef>
              <a:spcAft>
                <a:spcPts val="600"/>
              </a:spcAft>
              <a:buSzPts val="1200"/>
              <a:buFont typeface="Arial"/>
              <a:buChar char="​"/>
              <a:defRPr b="1" sz="1200">
                <a:solidFill>
                  <a:schemeClr val="lt1"/>
                </a:solidFill>
                <a:latin typeface="Montserrat"/>
                <a:ea typeface="Montserrat"/>
                <a:cs typeface="Montserrat"/>
                <a:sym typeface="Montserrat"/>
              </a:defRPr>
            </a:lvl9pPr>
          </a:lstStyle>
          <a:p/>
        </p:txBody>
      </p:sp>
      <p:sp>
        <p:nvSpPr>
          <p:cNvPr id="615" name="Google Shape;615;p41"/>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sz="1300">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Demo Placeholder" showMasterSp="0">
  <p:cSld name="40_Demo Placeholder">
    <p:spTree>
      <p:nvGrpSpPr>
        <p:cNvPr id="616" name="Shape 616"/>
        <p:cNvGrpSpPr/>
        <p:nvPr/>
      </p:nvGrpSpPr>
      <p:grpSpPr>
        <a:xfrm>
          <a:off x="0" y="0"/>
          <a:ext cx="0" cy="0"/>
          <a:chOff x="0" y="0"/>
          <a:chExt cx="0" cy="0"/>
        </a:xfrm>
      </p:grpSpPr>
      <p:pic>
        <p:nvPicPr>
          <p:cNvPr id="617" name="Google Shape;617;p42"/>
          <p:cNvPicPr preferRelativeResize="0"/>
          <p:nvPr/>
        </p:nvPicPr>
        <p:blipFill rotWithShape="1">
          <a:blip r:embed="rId2">
            <a:alphaModFix/>
          </a:blip>
          <a:srcRect b="64208" l="0" r="0" t="-1"/>
          <a:stretch/>
        </p:blipFill>
        <p:spPr>
          <a:xfrm>
            <a:off x="593085" y="553268"/>
            <a:ext cx="11005832" cy="2054008"/>
          </a:xfrm>
          <a:custGeom>
            <a:rect b="b" l="l" r="r" t="t"/>
            <a:pathLst>
              <a:path extrusionOk="0" h="2054008" w="11005832">
                <a:moveTo>
                  <a:pt x="0" y="0"/>
                </a:moveTo>
                <a:lnTo>
                  <a:pt x="11005832" y="0"/>
                </a:lnTo>
                <a:lnTo>
                  <a:pt x="11005832" y="2054008"/>
                </a:lnTo>
                <a:lnTo>
                  <a:pt x="6574842" y="2054008"/>
                </a:lnTo>
                <a:lnTo>
                  <a:pt x="6577335" y="2029275"/>
                </a:lnTo>
                <a:cubicBezTo>
                  <a:pt x="6577335" y="1435890"/>
                  <a:pt x="6096301" y="954857"/>
                  <a:pt x="5502915" y="954857"/>
                </a:cubicBezTo>
                <a:cubicBezTo>
                  <a:pt x="4909529" y="954857"/>
                  <a:pt x="4428495" y="1435890"/>
                  <a:pt x="4428495" y="2029275"/>
                </a:cubicBezTo>
                <a:lnTo>
                  <a:pt x="4430989" y="2054008"/>
                </a:lnTo>
                <a:lnTo>
                  <a:pt x="0" y="2054008"/>
                </a:lnTo>
                <a:close/>
              </a:path>
            </a:pathLst>
          </a:custGeom>
          <a:noFill/>
          <a:ln>
            <a:noFill/>
          </a:ln>
        </p:spPr>
      </p:pic>
      <p:sp>
        <p:nvSpPr>
          <p:cNvPr id="618" name="Google Shape;618;p42"/>
          <p:cNvSpPr txBox="1"/>
          <p:nvPr>
            <p:ph idx="1" type="body"/>
          </p:nvPr>
        </p:nvSpPr>
        <p:spPr>
          <a:xfrm>
            <a:off x="858795" y="4756819"/>
            <a:ext cx="10474410" cy="311367"/>
          </a:xfrm>
          <a:prstGeom prst="rect">
            <a:avLst/>
          </a:prstGeom>
          <a:noFill/>
          <a:ln>
            <a:noFill/>
          </a:ln>
        </p:spPr>
        <p:txBody>
          <a:bodyPr anchorCtr="0" anchor="t" bIns="0" lIns="0" spcFirstLastPara="1" rIns="0" wrap="square" tIns="0">
            <a:spAutoFit/>
          </a:bodyPr>
          <a:lstStyle>
            <a:lvl1pPr indent="-228600" lvl="0" marL="457200" algn="ctr">
              <a:lnSpc>
                <a:spcPct val="83000"/>
              </a:lnSpc>
              <a:spcBef>
                <a:spcPts val="0"/>
              </a:spcBef>
              <a:spcAft>
                <a:spcPts val="0"/>
              </a:spcAft>
              <a:buClr>
                <a:schemeClr val="lt1"/>
              </a:buClr>
              <a:buSzPts val="2400"/>
              <a:buNone/>
              <a:defRPr sz="2400">
                <a:solidFill>
                  <a:schemeClr val="lt1"/>
                </a:solidFill>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619" name="Google Shape;619;p42"/>
          <p:cNvSpPr/>
          <p:nvPr/>
        </p:nvSpPr>
        <p:spPr>
          <a:xfrm>
            <a:off x="-1" y="0"/>
            <a:ext cx="12192000" cy="6858000"/>
          </a:xfrm>
          <a:custGeom>
            <a:rect b="b" l="l" r="r" t="t"/>
            <a:pathLst>
              <a:path extrusionOk="0" h="6858000" w="12192000">
                <a:moveTo>
                  <a:pt x="272880" y="272880"/>
                </a:moveTo>
                <a:lnTo>
                  <a:pt x="272880" y="6585120"/>
                </a:lnTo>
                <a:lnTo>
                  <a:pt x="11030698" y="6585120"/>
                </a:lnTo>
                <a:lnTo>
                  <a:pt x="11919120" y="5449458"/>
                </a:lnTo>
                <a:lnTo>
                  <a:pt x="11919120" y="272880"/>
                </a:lnTo>
                <a:close/>
                <a:moveTo>
                  <a:pt x="0" y="0"/>
                </a:moveTo>
                <a:lnTo>
                  <a:pt x="12192000" y="0"/>
                </a:lnTo>
                <a:lnTo>
                  <a:pt x="12192000" y="5100638"/>
                </a:lnTo>
                <a:lnTo>
                  <a:pt x="12192000" y="6858000"/>
                </a:lnTo>
                <a:lnTo>
                  <a:pt x="10817225"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20" name="Google Shape;620;p42"/>
          <p:cNvSpPr txBox="1"/>
          <p:nvPr/>
        </p:nvSpPr>
        <p:spPr>
          <a:xfrm>
            <a:off x="858797" y="3853685"/>
            <a:ext cx="10474408" cy="818494"/>
          </a:xfrm>
          <a:prstGeom prst="rect">
            <a:avLst/>
          </a:prstGeom>
          <a:noFill/>
          <a:ln>
            <a:noFill/>
          </a:ln>
        </p:spPr>
        <p:txBody>
          <a:bodyPr anchorCtr="0" anchor="b" bIns="0" lIns="0" spcFirstLastPara="1" rIns="0" wrap="square" tIns="0">
            <a:spAutoFit/>
          </a:bodyPr>
          <a:lstStyle/>
          <a:p>
            <a:pPr indent="0" lvl="0" marL="0" marR="0" rtl="0" algn="ctr">
              <a:lnSpc>
                <a:spcPct val="80000"/>
              </a:lnSpc>
              <a:spcBef>
                <a:spcPts val="0"/>
              </a:spcBef>
              <a:spcAft>
                <a:spcPts val="0"/>
              </a:spcAft>
              <a:buClr>
                <a:schemeClr val="lt1"/>
              </a:buClr>
              <a:buSzPts val="6600"/>
              <a:buFont typeface="Montserrat"/>
              <a:buNone/>
            </a:pPr>
            <a:r>
              <a:rPr b="1" lang="en-US" sz="6600">
                <a:solidFill>
                  <a:schemeClr val="lt1"/>
                </a:solidFill>
                <a:latin typeface="Montserrat"/>
                <a:ea typeface="Montserrat"/>
                <a:cs typeface="Montserrat"/>
                <a:sym typeface="Montserrat"/>
              </a:rPr>
              <a:t>DEMO</a:t>
            </a:r>
            <a:endParaRPr/>
          </a:p>
        </p:txBody>
      </p:sp>
      <p:sp>
        <p:nvSpPr>
          <p:cNvPr id="621" name="Google Shape;621;p42"/>
          <p:cNvSpPr/>
          <p:nvPr/>
        </p:nvSpPr>
        <p:spPr>
          <a:xfrm>
            <a:off x="5130112" y="1616655"/>
            <a:ext cx="1931774" cy="1931774"/>
          </a:xfrm>
          <a:prstGeom prst="donut">
            <a:avLst>
              <a:gd fmla="val 3114"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3"/>
            </a:endParaRPr>
          </a:p>
        </p:txBody>
      </p:sp>
      <p:pic>
        <p:nvPicPr>
          <p:cNvPr id="622" name="Google Shape;622;p42"/>
          <p:cNvPicPr preferRelativeResize="0"/>
          <p:nvPr/>
        </p:nvPicPr>
        <p:blipFill rotWithShape="1">
          <a:blip r:embed="rId4">
            <a:alphaModFix/>
          </a:blip>
          <a:srcRect b="0" l="0" r="0" t="0"/>
          <a:stretch/>
        </p:blipFill>
        <p:spPr>
          <a:xfrm>
            <a:off x="5241032" y="1727578"/>
            <a:ext cx="1709934" cy="1709928"/>
          </a:xfrm>
          <a:prstGeom prst="rect">
            <a:avLst/>
          </a:prstGeom>
          <a:noFill/>
          <a:ln>
            <a:noFill/>
          </a:ln>
        </p:spPr>
      </p:pic>
      <p:grpSp>
        <p:nvGrpSpPr>
          <p:cNvPr id="623" name="Google Shape;623;p42"/>
          <p:cNvGrpSpPr/>
          <p:nvPr/>
        </p:nvGrpSpPr>
        <p:grpSpPr>
          <a:xfrm>
            <a:off x="599882" y="6017049"/>
            <a:ext cx="939139" cy="235263"/>
            <a:chOff x="10573833" y="4992967"/>
            <a:chExt cx="923543" cy="231356"/>
          </a:xfrm>
        </p:grpSpPr>
        <p:sp>
          <p:nvSpPr>
            <p:cNvPr id="624" name="Google Shape;624;p42"/>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Montserrat"/>
                <a:ea typeface="Montserrat"/>
                <a:cs typeface="Montserrat"/>
                <a:sym typeface="Montserrat"/>
              </a:endParaRPr>
            </a:p>
          </p:txBody>
        </p:sp>
        <p:grpSp>
          <p:nvGrpSpPr>
            <p:cNvPr id="625" name="Google Shape;625;p42"/>
            <p:cNvGrpSpPr/>
            <p:nvPr/>
          </p:nvGrpSpPr>
          <p:grpSpPr>
            <a:xfrm>
              <a:off x="10573833" y="4992967"/>
              <a:ext cx="878511" cy="231356"/>
              <a:chOff x="10573833" y="4992967"/>
              <a:chExt cx="878511" cy="231356"/>
            </a:xfrm>
          </p:grpSpPr>
          <p:grpSp>
            <p:nvGrpSpPr>
              <p:cNvPr id="626" name="Google Shape;626;p42"/>
              <p:cNvGrpSpPr/>
              <p:nvPr/>
            </p:nvGrpSpPr>
            <p:grpSpPr>
              <a:xfrm>
                <a:off x="10573833" y="4992967"/>
                <a:ext cx="675627" cy="231356"/>
                <a:chOff x="10573833" y="4992967"/>
                <a:chExt cx="675627" cy="231356"/>
              </a:xfrm>
            </p:grpSpPr>
            <p:sp>
              <p:nvSpPr>
                <p:cNvPr id="627" name="Google Shape;627;p42"/>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628" name="Google Shape;628;p42"/>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629" name="Google Shape;629;p42"/>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630" name="Google Shape;630;p42"/>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631" name="Google Shape;631;p42"/>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632" name="Google Shape;632;p42"/>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Montserrat"/>
                    <a:ea typeface="Montserrat"/>
                    <a:cs typeface="Montserrat"/>
                    <a:sym typeface="Montserrat"/>
                  </a:endParaRPr>
                </a:p>
              </p:txBody>
            </p:sp>
          </p:grpSp>
          <p:sp>
            <p:nvSpPr>
              <p:cNvPr id="633" name="Google Shape;633;p42"/>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Montserrat"/>
                  <a:ea typeface="Montserrat"/>
                  <a:cs typeface="Montserrat"/>
                  <a:sym typeface="Montserrat"/>
                </a:endParaRPr>
              </a:p>
            </p:txBody>
          </p:sp>
        </p:grpSp>
      </p:grpSp>
      <p:sp>
        <p:nvSpPr>
          <p:cNvPr id="634" name="Google Shape;634;p42"/>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635" name="Google Shape;635;p42"/>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Video Placeholder" showMasterSp="0">
  <p:cSld name="41_Video Placeholder">
    <p:spTree>
      <p:nvGrpSpPr>
        <p:cNvPr id="636" name="Shape 636"/>
        <p:cNvGrpSpPr/>
        <p:nvPr/>
      </p:nvGrpSpPr>
      <p:grpSpPr>
        <a:xfrm>
          <a:off x="0" y="0"/>
          <a:ext cx="0" cy="0"/>
          <a:chOff x="0" y="0"/>
          <a:chExt cx="0" cy="0"/>
        </a:xfrm>
      </p:grpSpPr>
      <p:pic>
        <p:nvPicPr>
          <p:cNvPr id="637" name="Google Shape;637;p43"/>
          <p:cNvPicPr preferRelativeResize="0"/>
          <p:nvPr/>
        </p:nvPicPr>
        <p:blipFill rotWithShape="1">
          <a:blip r:embed="rId2">
            <a:alphaModFix/>
          </a:blip>
          <a:srcRect b="64208" l="0" r="0" t="-1"/>
          <a:stretch/>
        </p:blipFill>
        <p:spPr>
          <a:xfrm>
            <a:off x="593085" y="553268"/>
            <a:ext cx="11005832" cy="2054008"/>
          </a:xfrm>
          <a:custGeom>
            <a:rect b="b" l="l" r="r" t="t"/>
            <a:pathLst>
              <a:path extrusionOk="0" h="2054008" w="11005832">
                <a:moveTo>
                  <a:pt x="0" y="0"/>
                </a:moveTo>
                <a:lnTo>
                  <a:pt x="11005832" y="0"/>
                </a:lnTo>
                <a:lnTo>
                  <a:pt x="11005832" y="2054008"/>
                </a:lnTo>
                <a:lnTo>
                  <a:pt x="6574842" y="2054008"/>
                </a:lnTo>
                <a:lnTo>
                  <a:pt x="6577335" y="2029275"/>
                </a:lnTo>
                <a:cubicBezTo>
                  <a:pt x="6577335" y="1435890"/>
                  <a:pt x="6096301" y="954857"/>
                  <a:pt x="5502915" y="954857"/>
                </a:cubicBezTo>
                <a:cubicBezTo>
                  <a:pt x="4909529" y="954857"/>
                  <a:pt x="4428495" y="1435890"/>
                  <a:pt x="4428495" y="2029275"/>
                </a:cubicBezTo>
                <a:lnTo>
                  <a:pt x="4430989" y="2054008"/>
                </a:lnTo>
                <a:lnTo>
                  <a:pt x="0" y="2054008"/>
                </a:lnTo>
                <a:close/>
              </a:path>
            </a:pathLst>
          </a:custGeom>
          <a:noFill/>
          <a:ln>
            <a:noFill/>
          </a:ln>
        </p:spPr>
      </p:pic>
      <p:sp>
        <p:nvSpPr>
          <p:cNvPr id="638" name="Google Shape;638;p43"/>
          <p:cNvSpPr txBox="1"/>
          <p:nvPr>
            <p:ph idx="1" type="body"/>
          </p:nvPr>
        </p:nvSpPr>
        <p:spPr>
          <a:xfrm>
            <a:off x="858795" y="4756819"/>
            <a:ext cx="10474410" cy="311367"/>
          </a:xfrm>
          <a:prstGeom prst="rect">
            <a:avLst/>
          </a:prstGeom>
          <a:noFill/>
          <a:ln>
            <a:noFill/>
          </a:ln>
        </p:spPr>
        <p:txBody>
          <a:bodyPr anchorCtr="0" anchor="t" bIns="0" lIns="0" spcFirstLastPara="1" rIns="0" wrap="square" tIns="0">
            <a:spAutoFit/>
          </a:bodyPr>
          <a:lstStyle>
            <a:lvl1pPr indent="-228600" lvl="0" marL="457200" algn="ctr">
              <a:lnSpc>
                <a:spcPct val="83000"/>
              </a:lnSpc>
              <a:spcBef>
                <a:spcPts val="0"/>
              </a:spcBef>
              <a:spcAft>
                <a:spcPts val="0"/>
              </a:spcAft>
              <a:buClr>
                <a:schemeClr val="lt1"/>
              </a:buClr>
              <a:buSzPts val="2400"/>
              <a:buNone/>
              <a:defRPr sz="2400">
                <a:solidFill>
                  <a:schemeClr val="lt1"/>
                </a:solidFill>
              </a:defRPr>
            </a:lvl1pPr>
            <a:lvl2pPr indent="-228600" lvl="1" marL="914400" algn="l">
              <a:lnSpc>
                <a:spcPct val="90000"/>
              </a:lnSpc>
              <a:spcBef>
                <a:spcPts val="400"/>
              </a:spcBef>
              <a:spcAft>
                <a:spcPts val="0"/>
              </a:spcAft>
              <a:buSzPts val="2000"/>
              <a:buNone/>
              <a:defRPr sz="2000">
                <a:solidFill>
                  <a:srgbClr val="888888"/>
                </a:solidFill>
              </a:defRPr>
            </a:lvl2pPr>
            <a:lvl3pPr indent="-228600" lvl="2" marL="1371600" algn="l">
              <a:lnSpc>
                <a:spcPct val="85000"/>
              </a:lnSpc>
              <a:spcBef>
                <a:spcPts val="400"/>
              </a:spcBef>
              <a:spcAft>
                <a:spcPts val="0"/>
              </a:spcAft>
              <a:buClr>
                <a:srgbClr val="888888"/>
              </a:buClr>
              <a:buSzPts val="1800"/>
              <a:buNone/>
              <a:defRPr sz="1800">
                <a:solidFill>
                  <a:srgbClr val="888888"/>
                </a:solidFill>
              </a:defRPr>
            </a:lvl3pPr>
            <a:lvl4pPr indent="-228600" lvl="3" marL="1828800" algn="l">
              <a:lnSpc>
                <a:spcPct val="90000"/>
              </a:lnSpc>
              <a:spcBef>
                <a:spcPts val="1200"/>
              </a:spcBef>
              <a:spcAft>
                <a:spcPts val="0"/>
              </a:spcAft>
              <a:buClr>
                <a:srgbClr val="888888"/>
              </a:buClr>
              <a:buSzPts val="1600"/>
              <a:buNone/>
              <a:defRPr sz="1600">
                <a:solidFill>
                  <a:srgbClr val="888888"/>
                </a:solidFill>
              </a:defRPr>
            </a:lvl4pPr>
            <a:lvl5pPr indent="-228600" lvl="4" marL="2286000" algn="l">
              <a:lnSpc>
                <a:spcPct val="90000"/>
              </a:lnSpc>
              <a:spcBef>
                <a:spcPts val="0"/>
              </a:spcBef>
              <a:spcAft>
                <a:spcPts val="0"/>
              </a:spcAft>
              <a:buClr>
                <a:srgbClr val="888888"/>
              </a:buClr>
              <a:buSzPts val="1600"/>
              <a:buNone/>
              <a:defRPr sz="1600">
                <a:solidFill>
                  <a:srgbClr val="888888"/>
                </a:solidFill>
              </a:defRPr>
            </a:lvl5pPr>
            <a:lvl6pPr indent="-228600" lvl="5" marL="2743200" algn="l">
              <a:lnSpc>
                <a:spcPct val="120000"/>
              </a:lnSpc>
              <a:spcBef>
                <a:spcPts val="800"/>
              </a:spcBef>
              <a:spcAft>
                <a:spcPts val="0"/>
              </a:spcAft>
              <a:buClr>
                <a:srgbClr val="888888"/>
              </a:buClr>
              <a:buSzPts val="1600"/>
              <a:buNone/>
              <a:defRPr sz="1600">
                <a:solidFill>
                  <a:srgbClr val="888888"/>
                </a:solidFill>
              </a:defRPr>
            </a:lvl6pPr>
            <a:lvl7pPr indent="-228600" lvl="6" marL="3200400" algn="l">
              <a:lnSpc>
                <a:spcPct val="85000"/>
              </a:lnSpc>
              <a:spcBef>
                <a:spcPts val="600"/>
              </a:spcBef>
              <a:spcAft>
                <a:spcPts val="0"/>
              </a:spcAft>
              <a:buSzPts val="1600"/>
              <a:buNone/>
              <a:defRPr sz="1600">
                <a:solidFill>
                  <a:srgbClr val="888888"/>
                </a:solidFill>
              </a:defRPr>
            </a:lvl7pPr>
            <a:lvl8pPr indent="-228600" lvl="7" marL="3657600" algn="l">
              <a:lnSpc>
                <a:spcPct val="100000"/>
              </a:lnSpc>
              <a:spcBef>
                <a:spcPts val="1200"/>
              </a:spcBef>
              <a:spcAft>
                <a:spcPts val="0"/>
              </a:spcAft>
              <a:buClr>
                <a:srgbClr val="888888"/>
              </a:buClr>
              <a:buSzPts val="1600"/>
              <a:buNone/>
              <a:defRPr sz="1600">
                <a:solidFill>
                  <a:srgbClr val="888888"/>
                </a:solidFill>
              </a:defRPr>
            </a:lvl8pPr>
            <a:lvl9pPr indent="-228600" lvl="8" marL="4114800" algn="l">
              <a:lnSpc>
                <a:spcPct val="85000"/>
              </a:lnSpc>
              <a:spcBef>
                <a:spcPts val="600"/>
              </a:spcBef>
              <a:spcAft>
                <a:spcPts val="1200"/>
              </a:spcAft>
              <a:buSzPts val="1600"/>
              <a:buNone/>
              <a:defRPr sz="1600">
                <a:solidFill>
                  <a:srgbClr val="888888"/>
                </a:solidFill>
              </a:defRPr>
            </a:lvl9pPr>
          </a:lstStyle>
          <a:p/>
        </p:txBody>
      </p:sp>
      <p:sp>
        <p:nvSpPr>
          <p:cNvPr id="639" name="Google Shape;639;p43"/>
          <p:cNvSpPr/>
          <p:nvPr/>
        </p:nvSpPr>
        <p:spPr>
          <a:xfrm>
            <a:off x="-1" y="0"/>
            <a:ext cx="12192000" cy="6858000"/>
          </a:xfrm>
          <a:custGeom>
            <a:rect b="b" l="l" r="r" t="t"/>
            <a:pathLst>
              <a:path extrusionOk="0" h="6858000" w="12192000">
                <a:moveTo>
                  <a:pt x="272880" y="272880"/>
                </a:moveTo>
                <a:lnTo>
                  <a:pt x="272880" y="6585120"/>
                </a:lnTo>
                <a:lnTo>
                  <a:pt x="11030698" y="6585120"/>
                </a:lnTo>
                <a:lnTo>
                  <a:pt x="11919120" y="5449458"/>
                </a:lnTo>
                <a:lnTo>
                  <a:pt x="11919120" y="272880"/>
                </a:lnTo>
                <a:close/>
                <a:moveTo>
                  <a:pt x="0" y="0"/>
                </a:moveTo>
                <a:lnTo>
                  <a:pt x="12192000" y="0"/>
                </a:lnTo>
                <a:lnTo>
                  <a:pt x="12192000" y="5100638"/>
                </a:lnTo>
                <a:lnTo>
                  <a:pt x="12192000" y="6858000"/>
                </a:lnTo>
                <a:lnTo>
                  <a:pt x="10817225"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40" name="Google Shape;640;p43"/>
          <p:cNvSpPr txBox="1"/>
          <p:nvPr/>
        </p:nvSpPr>
        <p:spPr>
          <a:xfrm>
            <a:off x="858797" y="3853685"/>
            <a:ext cx="10474408" cy="818494"/>
          </a:xfrm>
          <a:prstGeom prst="rect">
            <a:avLst/>
          </a:prstGeom>
          <a:noFill/>
          <a:ln>
            <a:noFill/>
          </a:ln>
        </p:spPr>
        <p:txBody>
          <a:bodyPr anchorCtr="0" anchor="b" bIns="0" lIns="0" spcFirstLastPara="1" rIns="0" wrap="square" tIns="0">
            <a:spAutoFit/>
          </a:bodyPr>
          <a:lstStyle/>
          <a:p>
            <a:pPr indent="0" lvl="0" marL="0" marR="0" rtl="0" algn="ctr">
              <a:lnSpc>
                <a:spcPct val="80000"/>
              </a:lnSpc>
              <a:spcBef>
                <a:spcPts val="0"/>
              </a:spcBef>
              <a:spcAft>
                <a:spcPts val="0"/>
              </a:spcAft>
              <a:buClr>
                <a:schemeClr val="lt1"/>
              </a:buClr>
              <a:buSzPts val="6600"/>
              <a:buFont typeface="Montserrat"/>
              <a:buNone/>
            </a:pPr>
            <a:r>
              <a:rPr b="1" lang="en-US" sz="6600">
                <a:solidFill>
                  <a:schemeClr val="lt1"/>
                </a:solidFill>
                <a:latin typeface="Montserrat"/>
                <a:ea typeface="Montserrat"/>
                <a:cs typeface="Montserrat"/>
                <a:sym typeface="Montserrat"/>
              </a:rPr>
              <a:t>VIDEO</a:t>
            </a:r>
            <a:endParaRPr/>
          </a:p>
        </p:txBody>
      </p:sp>
      <p:sp>
        <p:nvSpPr>
          <p:cNvPr id="641" name="Google Shape;641;p43"/>
          <p:cNvSpPr/>
          <p:nvPr/>
        </p:nvSpPr>
        <p:spPr>
          <a:xfrm>
            <a:off x="5130112" y="1616655"/>
            <a:ext cx="1931774" cy="1931774"/>
          </a:xfrm>
          <a:prstGeom prst="donut">
            <a:avLst>
              <a:gd fmla="val 3114"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sz="1800" u="sng">
              <a:solidFill>
                <a:schemeClr val="hlink"/>
              </a:solidFill>
              <a:latin typeface="Montserrat"/>
              <a:ea typeface="Montserrat"/>
              <a:cs typeface="Montserrat"/>
              <a:sym typeface="Montserrat"/>
              <a:hlinkClick r:id="rId3"/>
            </a:endParaRPr>
          </a:p>
        </p:txBody>
      </p:sp>
      <p:pic>
        <p:nvPicPr>
          <p:cNvPr id="642" name="Google Shape;642;p43"/>
          <p:cNvPicPr preferRelativeResize="0"/>
          <p:nvPr/>
        </p:nvPicPr>
        <p:blipFill rotWithShape="1">
          <a:blip r:embed="rId4">
            <a:alphaModFix/>
          </a:blip>
          <a:srcRect b="0" l="0" r="0" t="0"/>
          <a:stretch/>
        </p:blipFill>
        <p:spPr>
          <a:xfrm>
            <a:off x="5241322" y="1727869"/>
            <a:ext cx="1709354" cy="1709346"/>
          </a:xfrm>
          <a:prstGeom prst="rect">
            <a:avLst/>
          </a:prstGeom>
          <a:noFill/>
          <a:ln>
            <a:noFill/>
          </a:ln>
        </p:spPr>
      </p:pic>
      <p:grpSp>
        <p:nvGrpSpPr>
          <p:cNvPr id="643" name="Google Shape;643;p43"/>
          <p:cNvGrpSpPr/>
          <p:nvPr/>
        </p:nvGrpSpPr>
        <p:grpSpPr>
          <a:xfrm>
            <a:off x="599882" y="6017049"/>
            <a:ext cx="939139" cy="235263"/>
            <a:chOff x="10573833" y="4992967"/>
            <a:chExt cx="923543" cy="231356"/>
          </a:xfrm>
        </p:grpSpPr>
        <p:sp>
          <p:nvSpPr>
            <p:cNvPr id="644" name="Google Shape;644;p43"/>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645" name="Google Shape;645;p43"/>
            <p:cNvGrpSpPr/>
            <p:nvPr/>
          </p:nvGrpSpPr>
          <p:grpSpPr>
            <a:xfrm>
              <a:off x="10573833" y="4992967"/>
              <a:ext cx="878511" cy="231356"/>
              <a:chOff x="10573833" y="4992967"/>
              <a:chExt cx="878511" cy="231356"/>
            </a:xfrm>
          </p:grpSpPr>
          <p:grpSp>
            <p:nvGrpSpPr>
              <p:cNvPr id="646" name="Google Shape;646;p43"/>
              <p:cNvGrpSpPr/>
              <p:nvPr/>
            </p:nvGrpSpPr>
            <p:grpSpPr>
              <a:xfrm>
                <a:off x="10573833" y="4992967"/>
                <a:ext cx="675627" cy="231356"/>
                <a:chOff x="10573833" y="4992967"/>
                <a:chExt cx="675627" cy="231356"/>
              </a:xfrm>
            </p:grpSpPr>
            <p:sp>
              <p:nvSpPr>
                <p:cNvPr id="647" name="Google Shape;647;p43"/>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48" name="Google Shape;648;p43"/>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49" name="Google Shape;649;p43"/>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50" name="Google Shape;650;p43"/>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51" name="Google Shape;651;p43"/>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652" name="Google Shape;652;p43"/>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653" name="Google Shape;653;p43"/>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654" name="Google Shape;654;p43"/>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 </a:t>
            </a:r>
            <a:r>
              <a:rPr lang="en-US" sz="600">
                <a:solidFill>
                  <a:srgbClr val="808080"/>
                </a:solidFill>
                <a:latin typeface="Montserrat"/>
                <a:ea typeface="Montserrat"/>
                <a:cs typeface="Montserrat"/>
                <a:sym typeface="Montserrat"/>
              </a:rPr>
              <a:t>Musarubra US LLC. |  All Rights Reserved - Trellix Confidential </a:t>
            </a:r>
            <a:endParaRPr sz="600">
              <a:solidFill>
                <a:schemeClr val="dk1"/>
              </a:solidFill>
              <a:latin typeface="Montserrat"/>
              <a:ea typeface="Montserrat"/>
              <a:cs typeface="Montserrat"/>
              <a:sym typeface="Montserrat"/>
            </a:endParaRPr>
          </a:p>
        </p:txBody>
      </p:sp>
      <p:sp>
        <p:nvSpPr>
          <p:cNvPr id="655" name="Google Shape;655;p43"/>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rgbClr val="80808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656" name="Shape 656"/>
        <p:cNvGrpSpPr/>
        <p:nvPr/>
      </p:nvGrpSpPr>
      <p:grpSpPr>
        <a:xfrm>
          <a:off x="0" y="0"/>
          <a:ext cx="0" cy="0"/>
          <a:chOff x="0" y="0"/>
          <a:chExt cx="0" cy="0"/>
        </a:xfrm>
      </p:grpSpPr>
      <p:sp>
        <p:nvSpPr>
          <p:cNvPr id="657" name="Google Shape;657;p44"/>
          <p:cNvSpPr txBox="1"/>
          <p:nvPr>
            <p:ph type="title"/>
          </p:nvPr>
        </p:nvSpPr>
        <p:spPr>
          <a:xfrm>
            <a:off x="685800" y="521208"/>
            <a:ext cx="10817400" cy="1033200"/>
          </a:xfrm>
          <a:prstGeom prst="rect">
            <a:avLst/>
          </a:prstGeom>
          <a:noFill/>
          <a:ln>
            <a:noFill/>
          </a:ln>
        </p:spPr>
        <p:txBody>
          <a:bodyPr anchorCtr="0" anchor="b" bIns="0" lIns="0" spcFirstLastPara="1" rIns="0" wrap="square" tIns="0">
            <a:noAutofit/>
          </a:bodyPr>
          <a:lstStyle>
            <a:lvl1pPr lvl="0" rtl="0" algn="l">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58" name="Google Shape;658;p44"/>
          <p:cNvSpPr txBox="1"/>
          <p:nvPr>
            <p:ph idx="1" type="body"/>
          </p:nvPr>
        </p:nvSpPr>
        <p:spPr>
          <a:xfrm>
            <a:off x="8353554" y="2368296"/>
            <a:ext cx="3149700" cy="3804000"/>
          </a:xfrm>
          <a:prstGeom prst="rect">
            <a:avLst/>
          </a:prstGeom>
          <a:noFill/>
          <a:ln>
            <a:noFill/>
          </a:ln>
        </p:spPr>
        <p:txBody>
          <a:bodyPr anchorCtr="0" anchor="t" bIns="0" lIns="0" spcFirstLastPara="1" rIns="0" wrap="square" tIns="0">
            <a:noAutofit/>
          </a:bodyPr>
          <a:lstStyle>
            <a:lvl1pPr indent="-368300" lvl="0" marL="457200" rtl="0" algn="l">
              <a:lnSpc>
                <a:spcPct val="95000"/>
              </a:lnSpc>
              <a:spcBef>
                <a:spcPts val="2000"/>
              </a:spcBef>
              <a:spcAft>
                <a:spcPts val="0"/>
              </a:spcAft>
              <a:buClr>
                <a:schemeClr val="dk1"/>
              </a:buClr>
              <a:buSzPts val="2200"/>
              <a:buChar char="​"/>
              <a:defRPr/>
            </a:lvl1pPr>
            <a:lvl2pPr indent="-342900" lvl="1" marL="914400" rtl="0" algn="l">
              <a:lnSpc>
                <a:spcPct val="90000"/>
              </a:lnSpc>
              <a:spcBef>
                <a:spcPts val="400"/>
              </a:spcBef>
              <a:spcAft>
                <a:spcPts val="0"/>
              </a:spcAft>
              <a:buSzPts val="1800"/>
              <a:buChar char="•"/>
              <a:defRPr/>
            </a:lvl2pPr>
            <a:lvl3pPr indent="-317500" lvl="2" marL="1371600" rtl="0" algn="l">
              <a:lnSpc>
                <a:spcPct val="85000"/>
              </a:lnSpc>
              <a:spcBef>
                <a:spcPts val="400"/>
              </a:spcBef>
              <a:spcAft>
                <a:spcPts val="0"/>
              </a:spcAft>
              <a:buClr>
                <a:schemeClr val="dk1"/>
              </a:buClr>
              <a:buSzPts val="1400"/>
              <a:buChar char="–"/>
              <a:defRPr/>
            </a:lvl3pPr>
            <a:lvl4pPr indent="-355600" lvl="3" marL="1828800" rtl="0" algn="l">
              <a:lnSpc>
                <a:spcPct val="90000"/>
              </a:lnSpc>
              <a:spcBef>
                <a:spcPts val="1200"/>
              </a:spcBef>
              <a:spcAft>
                <a:spcPts val="0"/>
              </a:spcAft>
              <a:buClr>
                <a:schemeClr val="dk1"/>
              </a:buClr>
              <a:buSzPts val="2000"/>
              <a:buChar char="​"/>
              <a:defRPr/>
            </a:lvl4pPr>
            <a:lvl5pPr indent="-317500" lvl="4" marL="2286000" rtl="0" algn="l">
              <a:lnSpc>
                <a:spcPct val="90000"/>
              </a:lnSpc>
              <a:spcBef>
                <a:spcPts val="0"/>
              </a:spcBef>
              <a:spcAft>
                <a:spcPts val="0"/>
              </a:spcAft>
              <a:buClr>
                <a:schemeClr val="accent1"/>
              </a:buClr>
              <a:buSzPts val="1400"/>
              <a:buChar char="​"/>
              <a:defRPr/>
            </a:lvl5pPr>
            <a:lvl6pPr indent="-342900" lvl="5" marL="2743200" rtl="0" algn="l">
              <a:lnSpc>
                <a:spcPct val="120000"/>
              </a:lnSpc>
              <a:spcBef>
                <a:spcPts val="800"/>
              </a:spcBef>
              <a:spcAft>
                <a:spcPts val="0"/>
              </a:spcAft>
              <a:buClr>
                <a:schemeClr val="dk1"/>
              </a:buClr>
              <a:buSzPts val="1800"/>
              <a:buChar char="​"/>
              <a:defRPr/>
            </a:lvl6pPr>
            <a:lvl7pPr indent="-342900" lvl="6" marL="3200400" rtl="0" algn="l">
              <a:lnSpc>
                <a:spcPct val="85000"/>
              </a:lnSpc>
              <a:spcBef>
                <a:spcPts val="600"/>
              </a:spcBef>
              <a:spcAft>
                <a:spcPts val="0"/>
              </a:spcAft>
              <a:buSzPts val="1800"/>
              <a:buChar char="•"/>
              <a:defRPr/>
            </a:lvl7pPr>
            <a:lvl8pPr indent="-342900" lvl="7" marL="3657600" rtl="0" algn="l">
              <a:lnSpc>
                <a:spcPct val="100000"/>
              </a:lnSpc>
              <a:spcBef>
                <a:spcPts val="1200"/>
              </a:spcBef>
              <a:spcAft>
                <a:spcPts val="0"/>
              </a:spcAft>
              <a:buClr>
                <a:schemeClr val="dk1"/>
              </a:buClr>
              <a:buSzPts val="1800"/>
              <a:buChar char="“"/>
              <a:defRPr/>
            </a:lvl8pPr>
            <a:lvl9pPr indent="-342900" lvl="8" marL="4114800" rtl="0" algn="l">
              <a:lnSpc>
                <a:spcPct val="85000"/>
              </a:lnSpc>
              <a:spcBef>
                <a:spcPts val="600"/>
              </a:spcBef>
              <a:spcAft>
                <a:spcPts val="1200"/>
              </a:spcAft>
              <a:buSzPts val="1800"/>
              <a:buChar char="•"/>
              <a:defRPr/>
            </a:lvl9pPr>
          </a:lstStyle>
          <a:p/>
        </p:txBody>
      </p:sp>
      <p:sp>
        <p:nvSpPr>
          <p:cNvPr id="659" name="Google Shape;659;p44"/>
          <p:cNvSpPr txBox="1"/>
          <p:nvPr>
            <p:ph idx="2" type="body"/>
          </p:nvPr>
        </p:nvSpPr>
        <p:spPr>
          <a:xfrm>
            <a:off x="4519677" y="2368296"/>
            <a:ext cx="3149700" cy="3804000"/>
          </a:xfrm>
          <a:prstGeom prst="rect">
            <a:avLst/>
          </a:prstGeom>
          <a:noFill/>
          <a:ln>
            <a:noFill/>
          </a:ln>
        </p:spPr>
        <p:txBody>
          <a:bodyPr anchorCtr="0" anchor="t" bIns="0" lIns="0" spcFirstLastPara="1" rIns="0" wrap="square" tIns="0">
            <a:noAutofit/>
          </a:bodyPr>
          <a:lstStyle>
            <a:lvl1pPr indent="-368300" lvl="0" marL="457200" rtl="0" algn="l">
              <a:lnSpc>
                <a:spcPct val="95000"/>
              </a:lnSpc>
              <a:spcBef>
                <a:spcPts val="2000"/>
              </a:spcBef>
              <a:spcAft>
                <a:spcPts val="0"/>
              </a:spcAft>
              <a:buClr>
                <a:schemeClr val="dk1"/>
              </a:buClr>
              <a:buSzPts val="2200"/>
              <a:buChar char="​"/>
              <a:defRPr/>
            </a:lvl1pPr>
            <a:lvl2pPr indent="-342900" lvl="1" marL="914400" rtl="0" algn="l">
              <a:lnSpc>
                <a:spcPct val="90000"/>
              </a:lnSpc>
              <a:spcBef>
                <a:spcPts val="400"/>
              </a:spcBef>
              <a:spcAft>
                <a:spcPts val="0"/>
              </a:spcAft>
              <a:buSzPts val="1800"/>
              <a:buChar char="•"/>
              <a:defRPr/>
            </a:lvl2pPr>
            <a:lvl3pPr indent="-317500" lvl="2" marL="1371600" rtl="0" algn="l">
              <a:lnSpc>
                <a:spcPct val="85000"/>
              </a:lnSpc>
              <a:spcBef>
                <a:spcPts val="400"/>
              </a:spcBef>
              <a:spcAft>
                <a:spcPts val="0"/>
              </a:spcAft>
              <a:buClr>
                <a:schemeClr val="dk1"/>
              </a:buClr>
              <a:buSzPts val="1400"/>
              <a:buChar char="–"/>
              <a:defRPr/>
            </a:lvl3pPr>
            <a:lvl4pPr indent="-355600" lvl="3" marL="1828800" rtl="0" algn="l">
              <a:lnSpc>
                <a:spcPct val="90000"/>
              </a:lnSpc>
              <a:spcBef>
                <a:spcPts val="1200"/>
              </a:spcBef>
              <a:spcAft>
                <a:spcPts val="0"/>
              </a:spcAft>
              <a:buClr>
                <a:schemeClr val="dk1"/>
              </a:buClr>
              <a:buSzPts val="2000"/>
              <a:buChar char="​"/>
              <a:defRPr/>
            </a:lvl4pPr>
            <a:lvl5pPr indent="-317500" lvl="4" marL="2286000" rtl="0" algn="l">
              <a:lnSpc>
                <a:spcPct val="90000"/>
              </a:lnSpc>
              <a:spcBef>
                <a:spcPts val="0"/>
              </a:spcBef>
              <a:spcAft>
                <a:spcPts val="0"/>
              </a:spcAft>
              <a:buClr>
                <a:schemeClr val="accent1"/>
              </a:buClr>
              <a:buSzPts val="1400"/>
              <a:buChar char="​"/>
              <a:defRPr/>
            </a:lvl5pPr>
            <a:lvl6pPr indent="-342900" lvl="5" marL="2743200" rtl="0" algn="l">
              <a:lnSpc>
                <a:spcPct val="120000"/>
              </a:lnSpc>
              <a:spcBef>
                <a:spcPts val="800"/>
              </a:spcBef>
              <a:spcAft>
                <a:spcPts val="0"/>
              </a:spcAft>
              <a:buClr>
                <a:schemeClr val="dk1"/>
              </a:buClr>
              <a:buSzPts val="1800"/>
              <a:buChar char="​"/>
              <a:defRPr/>
            </a:lvl6pPr>
            <a:lvl7pPr indent="-342900" lvl="6" marL="3200400" rtl="0" algn="l">
              <a:lnSpc>
                <a:spcPct val="85000"/>
              </a:lnSpc>
              <a:spcBef>
                <a:spcPts val="600"/>
              </a:spcBef>
              <a:spcAft>
                <a:spcPts val="0"/>
              </a:spcAft>
              <a:buSzPts val="1800"/>
              <a:buChar char="•"/>
              <a:defRPr/>
            </a:lvl7pPr>
            <a:lvl8pPr indent="-342900" lvl="7" marL="3657600" rtl="0" algn="l">
              <a:lnSpc>
                <a:spcPct val="100000"/>
              </a:lnSpc>
              <a:spcBef>
                <a:spcPts val="1200"/>
              </a:spcBef>
              <a:spcAft>
                <a:spcPts val="0"/>
              </a:spcAft>
              <a:buClr>
                <a:schemeClr val="dk1"/>
              </a:buClr>
              <a:buSzPts val="1800"/>
              <a:buChar char="“"/>
              <a:defRPr/>
            </a:lvl8pPr>
            <a:lvl9pPr indent="-342900" lvl="8" marL="4114800" rtl="0" algn="l">
              <a:lnSpc>
                <a:spcPct val="85000"/>
              </a:lnSpc>
              <a:spcBef>
                <a:spcPts val="600"/>
              </a:spcBef>
              <a:spcAft>
                <a:spcPts val="1200"/>
              </a:spcAft>
              <a:buSzPts val="1800"/>
              <a:buChar char="•"/>
              <a:defRPr/>
            </a:lvl9pPr>
          </a:lstStyle>
          <a:p/>
        </p:txBody>
      </p:sp>
      <p:sp>
        <p:nvSpPr>
          <p:cNvPr id="660" name="Google Shape;660;p44"/>
          <p:cNvSpPr txBox="1"/>
          <p:nvPr>
            <p:ph idx="3" type="body"/>
          </p:nvPr>
        </p:nvSpPr>
        <p:spPr>
          <a:xfrm>
            <a:off x="685800" y="2368296"/>
            <a:ext cx="3149700" cy="3804000"/>
          </a:xfrm>
          <a:prstGeom prst="rect">
            <a:avLst/>
          </a:prstGeom>
          <a:noFill/>
          <a:ln>
            <a:noFill/>
          </a:ln>
        </p:spPr>
        <p:txBody>
          <a:bodyPr anchorCtr="0" anchor="t" bIns="0" lIns="0" spcFirstLastPara="1" rIns="0" wrap="square" tIns="0">
            <a:noAutofit/>
          </a:bodyPr>
          <a:lstStyle>
            <a:lvl1pPr indent="-368300" lvl="0" marL="457200" rtl="0" algn="l">
              <a:lnSpc>
                <a:spcPct val="95000"/>
              </a:lnSpc>
              <a:spcBef>
                <a:spcPts val="2000"/>
              </a:spcBef>
              <a:spcAft>
                <a:spcPts val="0"/>
              </a:spcAft>
              <a:buClr>
                <a:schemeClr val="dk1"/>
              </a:buClr>
              <a:buSzPts val="2200"/>
              <a:buChar char="​"/>
              <a:defRPr/>
            </a:lvl1pPr>
            <a:lvl2pPr indent="-342900" lvl="1" marL="914400" rtl="0" algn="l">
              <a:lnSpc>
                <a:spcPct val="90000"/>
              </a:lnSpc>
              <a:spcBef>
                <a:spcPts val="400"/>
              </a:spcBef>
              <a:spcAft>
                <a:spcPts val="0"/>
              </a:spcAft>
              <a:buSzPts val="1800"/>
              <a:buChar char="•"/>
              <a:defRPr/>
            </a:lvl2pPr>
            <a:lvl3pPr indent="-317500" lvl="2" marL="1371600" rtl="0" algn="l">
              <a:lnSpc>
                <a:spcPct val="85000"/>
              </a:lnSpc>
              <a:spcBef>
                <a:spcPts val="400"/>
              </a:spcBef>
              <a:spcAft>
                <a:spcPts val="0"/>
              </a:spcAft>
              <a:buClr>
                <a:schemeClr val="dk1"/>
              </a:buClr>
              <a:buSzPts val="1400"/>
              <a:buChar char="–"/>
              <a:defRPr/>
            </a:lvl3pPr>
            <a:lvl4pPr indent="-355600" lvl="3" marL="1828800" rtl="0" algn="l">
              <a:lnSpc>
                <a:spcPct val="90000"/>
              </a:lnSpc>
              <a:spcBef>
                <a:spcPts val="1200"/>
              </a:spcBef>
              <a:spcAft>
                <a:spcPts val="0"/>
              </a:spcAft>
              <a:buClr>
                <a:schemeClr val="dk1"/>
              </a:buClr>
              <a:buSzPts val="2000"/>
              <a:buChar char="​"/>
              <a:defRPr/>
            </a:lvl4pPr>
            <a:lvl5pPr indent="-317500" lvl="4" marL="2286000" rtl="0" algn="l">
              <a:lnSpc>
                <a:spcPct val="90000"/>
              </a:lnSpc>
              <a:spcBef>
                <a:spcPts val="0"/>
              </a:spcBef>
              <a:spcAft>
                <a:spcPts val="0"/>
              </a:spcAft>
              <a:buClr>
                <a:schemeClr val="accent1"/>
              </a:buClr>
              <a:buSzPts val="1400"/>
              <a:buChar char="​"/>
              <a:defRPr/>
            </a:lvl5pPr>
            <a:lvl6pPr indent="-342900" lvl="5" marL="2743200" rtl="0" algn="l">
              <a:lnSpc>
                <a:spcPct val="120000"/>
              </a:lnSpc>
              <a:spcBef>
                <a:spcPts val="800"/>
              </a:spcBef>
              <a:spcAft>
                <a:spcPts val="0"/>
              </a:spcAft>
              <a:buClr>
                <a:schemeClr val="dk1"/>
              </a:buClr>
              <a:buSzPts val="1800"/>
              <a:buChar char="​"/>
              <a:defRPr/>
            </a:lvl6pPr>
            <a:lvl7pPr indent="-342900" lvl="6" marL="3200400" rtl="0" algn="l">
              <a:lnSpc>
                <a:spcPct val="85000"/>
              </a:lnSpc>
              <a:spcBef>
                <a:spcPts val="600"/>
              </a:spcBef>
              <a:spcAft>
                <a:spcPts val="0"/>
              </a:spcAft>
              <a:buSzPts val="1800"/>
              <a:buChar char="•"/>
              <a:defRPr/>
            </a:lvl7pPr>
            <a:lvl8pPr indent="-342900" lvl="7" marL="3657600" rtl="0" algn="l">
              <a:lnSpc>
                <a:spcPct val="100000"/>
              </a:lnSpc>
              <a:spcBef>
                <a:spcPts val="1200"/>
              </a:spcBef>
              <a:spcAft>
                <a:spcPts val="0"/>
              </a:spcAft>
              <a:buClr>
                <a:schemeClr val="dk1"/>
              </a:buClr>
              <a:buSzPts val="1800"/>
              <a:buChar char="“"/>
              <a:defRPr/>
            </a:lvl8pPr>
            <a:lvl9pPr indent="-342900" lvl="8" marL="4114800" rtl="0" algn="l">
              <a:lnSpc>
                <a:spcPct val="85000"/>
              </a:lnSpc>
              <a:spcBef>
                <a:spcPts val="600"/>
              </a:spcBef>
              <a:spcAft>
                <a:spcPts val="1200"/>
              </a:spcAft>
              <a:buSzPts val="1800"/>
              <a:buChar char="•"/>
              <a:defRPr/>
            </a:lvl9pPr>
          </a:lstStyle>
          <a:p/>
        </p:txBody>
      </p:sp>
      <p:sp>
        <p:nvSpPr>
          <p:cNvPr id="661" name="Google Shape;661;p44"/>
          <p:cNvSpPr txBox="1"/>
          <p:nvPr>
            <p:ph idx="4" type="body"/>
          </p:nvPr>
        </p:nvSpPr>
        <p:spPr>
          <a:xfrm>
            <a:off x="685800" y="1592812"/>
            <a:ext cx="10820400" cy="281100"/>
          </a:xfrm>
          <a:prstGeom prst="rect">
            <a:avLst/>
          </a:prstGeom>
          <a:noFill/>
          <a:ln>
            <a:noFill/>
          </a:ln>
        </p:spPr>
        <p:txBody>
          <a:bodyPr anchorCtr="0" anchor="t" bIns="0" lIns="0" spcFirstLastPara="1" rIns="0" wrap="square" tIns="0">
            <a:spAutoFit/>
          </a:bodyPr>
          <a:lstStyle>
            <a:lvl1pPr indent="-228600" lvl="0" marL="457200" rtl="0" algn="l">
              <a:lnSpc>
                <a:spcPct val="83000"/>
              </a:lnSpc>
              <a:spcBef>
                <a:spcPts val="0"/>
              </a:spcBef>
              <a:spcAft>
                <a:spcPts val="0"/>
              </a:spcAft>
              <a:buClr>
                <a:schemeClr val="accent1"/>
              </a:buClr>
              <a:buSzPts val="2200"/>
              <a:buNone/>
              <a:defRPr sz="2200">
                <a:solidFill>
                  <a:schemeClr val="accent1"/>
                </a:solidFill>
              </a:defRPr>
            </a:lvl1pPr>
            <a:lvl2pPr indent="-228600" lvl="1" marL="914400" rtl="0" algn="l">
              <a:lnSpc>
                <a:spcPct val="90000"/>
              </a:lnSpc>
              <a:spcBef>
                <a:spcPts val="400"/>
              </a:spcBef>
              <a:spcAft>
                <a:spcPts val="0"/>
              </a:spcAft>
              <a:buSzPts val="2000"/>
              <a:buNone/>
              <a:defRPr b="1" sz="2000"/>
            </a:lvl2pPr>
            <a:lvl3pPr indent="-228600" lvl="2" marL="1371600" rtl="0" algn="l">
              <a:lnSpc>
                <a:spcPct val="85000"/>
              </a:lnSpc>
              <a:spcBef>
                <a:spcPts val="400"/>
              </a:spcBef>
              <a:spcAft>
                <a:spcPts val="0"/>
              </a:spcAft>
              <a:buClr>
                <a:schemeClr val="dk1"/>
              </a:buClr>
              <a:buSzPts val="1800"/>
              <a:buNone/>
              <a:defRPr b="1" sz="1800"/>
            </a:lvl3pPr>
            <a:lvl4pPr indent="-228600" lvl="3" marL="1828800" rtl="0" algn="l">
              <a:lnSpc>
                <a:spcPct val="90000"/>
              </a:lnSpc>
              <a:spcBef>
                <a:spcPts val="1200"/>
              </a:spcBef>
              <a:spcAft>
                <a:spcPts val="0"/>
              </a:spcAft>
              <a:buClr>
                <a:schemeClr val="dk1"/>
              </a:buClr>
              <a:buSzPts val="1600"/>
              <a:buNone/>
              <a:defRPr sz="1600"/>
            </a:lvl4pPr>
            <a:lvl5pPr indent="-228600" lvl="4" marL="2286000" rtl="0" algn="l">
              <a:lnSpc>
                <a:spcPct val="90000"/>
              </a:lnSpc>
              <a:spcBef>
                <a:spcPts val="0"/>
              </a:spcBef>
              <a:spcAft>
                <a:spcPts val="0"/>
              </a:spcAft>
              <a:buClr>
                <a:schemeClr val="accent1"/>
              </a:buClr>
              <a:buSzPts val="1600"/>
              <a:buNone/>
              <a:defRPr b="1" sz="1600"/>
            </a:lvl5pPr>
            <a:lvl6pPr indent="-228600" lvl="5" marL="2743200" rtl="0" algn="l">
              <a:lnSpc>
                <a:spcPct val="120000"/>
              </a:lnSpc>
              <a:spcBef>
                <a:spcPts val="800"/>
              </a:spcBef>
              <a:spcAft>
                <a:spcPts val="0"/>
              </a:spcAft>
              <a:buClr>
                <a:schemeClr val="dk1"/>
              </a:buClr>
              <a:buSzPts val="1600"/>
              <a:buNone/>
              <a:defRPr b="1" sz="1600"/>
            </a:lvl6pPr>
            <a:lvl7pPr indent="-228600" lvl="6" marL="3200400" rtl="0" algn="l">
              <a:lnSpc>
                <a:spcPct val="85000"/>
              </a:lnSpc>
              <a:spcBef>
                <a:spcPts val="600"/>
              </a:spcBef>
              <a:spcAft>
                <a:spcPts val="0"/>
              </a:spcAft>
              <a:buSzPts val="1600"/>
              <a:buNone/>
              <a:defRPr b="1" sz="1600"/>
            </a:lvl7pPr>
            <a:lvl8pPr indent="-228600" lvl="7" marL="3657600" rtl="0" algn="l">
              <a:lnSpc>
                <a:spcPct val="100000"/>
              </a:lnSpc>
              <a:spcBef>
                <a:spcPts val="1200"/>
              </a:spcBef>
              <a:spcAft>
                <a:spcPts val="0"/>
              </a:spcAft>
              <a:buClr>
                <a:schemeClr val="dk1"/>
              </a:buClr>
              <a:buSzPts val="1600"/>
              <a:buNone/>
              <a:defRPr b="1" sz="1600"/>
            </a:lvl8pPr>
            <a:lvl9pPr indent="-228600" lvl="8" marL="4114800" rtl="0" algn="l">
              <a:lnSpc>
                <a:spcPct val="85000"/>
              </a:lnSpc>
              <a:spcBef>
                <a:spcPts val="600"/>
              </a:spcBef>
              <a:spcAft>
                <a:spcPts val="1200"/>
              </a:spcAft>
              <a:buSzPts val="1600"/>
              <a:buNone/>
              <a:defRPr sz="1600"/>
            </a:lvl9pPr>
          </a:lstStyle>
          <a:p/>
        </p:txBody>
      </p:sp>
      <p:sp>
        <p:nvSpPr>
          <p:cNvPr id="662" name="Google Shape;662;p44"/>
          <p:cNvSpPr txBox="1"/>
          <p:nvPr>
            <p:ph idx="12" type="sldNum"/>
          </p:nvPr>
        </p:nvSpPr>
        <p:spPr>
          <a:xfrm>
            <a:off x="11460300" y="6587438"/>
            <a:ext cx="731700" cy="2769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1pPr>
            <a:lvl2pPr indent="0" lvl="1"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2pPr>
            <a:lvl3pPr indent="0" lvl="2"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3pPr>
            <a:lvl4pPr indent="0" lvl="3"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4pPr>
            <a:lvl5pPr indent="0" lvl="4"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5pPr>
            <a:lvl6pPr indent="0" lvl="5"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6pPr>
            <a:lvl7pPr indent="0" lvl="6"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7pPr>
            <a:lvl8pPr indent="0" lvl="7"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8pPr>
            <a:lvl9pPr indent="0" lvl="8" marL="0" marR="0" rtl="0" algn="r">
              <a:lnSpc>
                <a:spcPct val="100000"/>
              </a:lnSpc>
              <a:spcBef>
                <a:spcPts val="0"/>
              </a:spcBef>
              <a:spcAft>
                <a:spcPts val="0"/>
              </a:spcAft>
              <a:buNone/>
              <a:defRPr sz="6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 name="Shape 9"/>
        <p:cNvGrpSpPr/>
        <p:nvPr/>
      </p:nvGrpSpPr>
      <p:grpSpPr>
        <a:xfrm>
          <a:off x="0" y="0"/>
          <a:ext cx="0" cy="0"/>
          <a:chOff x="0" y="0"/>
          <a:chExt cx="0" cy="0"/>
        </a:xfrm>
      </p:grpSpPr>
      <p:sp>
        <p:nvSpPr>
          <p:cNvPr id="10" name="Google Shape;10;p1"/>
          <p:cNvSpPr/>
          <p:nvPr/>
        </p:nvSpPr>
        <p:spPr>
          <a:xfrm>
            <a:off x="0" y="0"/>
            <a:ext cx="12192000" cy="6858000"/>
          </a:xfrm>
          <a:custGeom>
            <a:rect b="b" l="l" r="r" t="t"/>
            <a:pathLst>
              <a:path extrusionOk="0" h="6858000" w="12192000">
                <a:moveTo>
                  <a:pt x="274320" y="274324"/>
                </a:moveTo>
                <a:lnTo>
                  <a:pt x="274320" y="1506179"/>
                </a:lnTo>
                <a:lnTo>
                  <a:pt x="11337870" y="1506179"/>
                </a:lnTo>
                <a:lnTo>
                  <a:pt x="11917365" y="765416"/>
                </a:lnTo>
                <a:lnTo>
                  <a:pt x="11917365" y="274324"/>
                </a:lnTo>
                <a:close/>
                <a:moveTo>
                  <a:pt x="0" y="0"/>
                </a:moveTo>
                <a:lnTo>
                  <a:pt x="12192000" y="0"/>
                </a:lnTo>
                <a:lnTo>
                  <a:pt x="12192000" y="5915222"/>
                </a:lnTo>
                <a:lnTo>
                  <a:pt x="1145447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t/>
            </a:r>
            <a:endParaRPr b="0" i="0" sz="1800" u="none" cap="none" strike="noStrike">
              <a:solidFill>
                <a:schemeClr val="lt1"/>
              </a:solidFill>
              <a:latin typeface="Montserrat"/>
              <a:ea typeface="Montserrat"/>
              <a:cs typeface="Montserrat"/>
              <a:sym typeface="Montserrat"/>
            </a:endParaRPr>
          </a:p>
        </p:txBody>
      </p:sp>
      <p:sp>
        <p:nvSpPr>
          <p:cNvPr id="11" name="Google Shape;11;p1"/>
          <p:cNvSpPr txBox="1"/>
          <p:nvPr>
            <p:ph idx="1" type="body"/>
          </p:nvPr>
        </p:nvSpPr>
        <p:spPr>
          <a:xfrm>
            <a:off x="549274" y="1784350"/>
            <a:ext cx="11093451" cy="4293900"/>
          </a:xfrm>
          <a:prstGeom prst="rect">
            <a:avLst/>
          </a:prstGeom>
          <a:noFill/>
          <a:ln>
            <a:noFill/>
          </a:ln>
        </p:spPr>
        <p:txBody>
          <a:bodyPr anchorCtr="0" anchor="t" bIns="0" lIns="0" spcFirstLastPara="1" rIns="0" wrap="square" tIns="0">
            <a:noAutofit/>
          </a:bodyPr>
          <a:lstStyle>
            <a:lvl1pPr indent="-368300" lvl="0" marL="457200" marR="0" rtl="0" algn="l">
              <a:lnSpc>
                <a:spcPct val="95000"/>
              </a:lnSpc>
              <a:spcBef>
                <a:spcPts val="1200"/>
              </a:spcBef>
              <a:spcAft>
                <a:spcPts val="0"/>
              </a:spcAft>
              <a:buClr>
                <a:schemeClr val="dk1"/>
              </a:buClr>
              <a:buSzPts val="2200"/>
              <a:buFont typeface="Arial"/>
              <a:buChar char="​"/>
              <a:defRPr b="0" i="0" sz="2200" u="none" cap="none" strike="noStrike">
                <a:solidFill>
                  <a:schemeClr val="dk1"/>
                </a:solidFill>
                <a:latin typeface="Montserrat"/>
                <a:ea typeface="Montserrat"/>
                <a:cs typeface="Montserrat"/>
                <a:sym typeface="Montserrat"/>
              </a:defRPr>
            </a:lvl1pPr>
            <a:lvl2pPr indent="-342900" lvl="1" marL="914400" marR="0" rtl="0" algn="l">
              <a:lnSpc>
                <a:spcPct val="90000"/>
              </a:lnSpc>
              <a:spcBef>
                <a:spcPts val="400"/>
              </a:spcBef>
              <a:spcAft>
                <a:spcPts val="0"/>
              </a:spcAft>
              <a:buClr>
                <a:schemeClr val="accent1"/>
              </a:buClr>
              <a:buSzPts val="1800"/>
              <a:buFont typeface="Arial"/>
              <a:buChar char="•"/>
              <a:defRPr b="0" i="0" sz="1800" u="none" cap="none" strike="noStrike">
                <a:solidFill>
                  <a:schemeClr val="dk1"/>
                </a:solidFill>
                <a:latin typeface="Montserrat"/>
                <a:ea typeface="Montserrat"/>
                <a:cs typeface="Montserrat"/>
                <a:sym typeface="Montserrat"/>
              </a:defRPr>
            </a:lvl2pPr>
            <a:lvl3pPr indent="-317500" lvl="2" marL="1371600" marR="0" rtl="0" algn="l">
              <a:lnSpc>
                <a:spcPct val="85000"/>
              </a:lnSpc>
              <a:spcBef>
                <a:spcPts val="4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3pPr>
            <a:lvl4pPr indent="-355600" lvl="3" marL="1828800" marR="0" rtl="0" algn="l">
              <a:lnSpc>
                <a:spcPct val="90000"/>
              </a:lnSpc>
              <a:spcBef>
                <a:spcPts val="1200"/>
              </a:spcBef>
              <a:spcAft>
                <a:spcPts val="0"/>
              </a:spcAft>
              <a:buClr>
                <a:schemeClr val="dk1"/>
              </a:buClr>
              <a:buSzPts val="2000"/>
              <a:buFont typeface="Arial"/>
              <a:buChar char="​"/>
              <a:defRPr b="1" i="0" sz="2000" u="none" cap="none" strike="noStrike">
                <a:solidFill>
                  <a:schemeClr val="dk1"/>
                </a:solidFill>
                <a:latin typeface="Montserrat"/>
                <a:ea typeface="Montserrat"/>
                <a:cs typeface="Montserrat"/>
                <a:sym typeface="Montserrat"/>
              </a:defRPr>
            </a:lvl4pPr>
            <a:lvl5pPr indent="-317500" lvl="4" marL="2286000" marR="0" rtl="0" algn="l">
              <a:lnSpc>
                <a:spcPct val="90000"/>
              </a:lnSpc>
              <a:spcBef>
                <a:spcPts val="0"/>
              </a:spcBef>
              <a:spcAft>
                <a:spcPts val="0"/>
              </a:spcAft>
              <a:buClr>
                <a:schemeClr val="accent1"/>
              </a:buClr>
              <a:buSzPts val="1400"/>
              <a:buFont typeface="Arial"/>
              <a:buChar char="​"/>
              <a:defRPr b="0" i="0" sz="1400" u="none" cap="none" strike="noStrike">
                <a:solidFill>
                  <a:schemeClr val="accent1"/>
                </a:solidFill>
                <a:latin typeface="Montserrat"/>
                <a:ea typeface="Montserrat"/>
                <a:cs typeface="Montserrat"/>
                <a:sym typeface="Montserrat"/>
              </a:defRPr>
            </a:lvl5pPr>
            <a:lvl6pPr indent="-317500" lvl="5" marL="2743200" marR="0" rtl="0" algn="l">
              <a:lnSpc>
                <a:spcPct val="120000"/>
              </a:lnSpc>
              <a:spcBef>
                <a:spcPts val="8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6pPr>
            <a:lvl7pPr indent="-304800" lvl="6" marL="3200400" marR="0" rtl="0" algn="l">
              <a:lnSpc>
                <a:spcPct val="85000"/>
              </a:lnSpc>
              <a:spcBef>
                <a:spcPts val="600"/>
              </a:spcBef>
              <a:spcAft>
                <a:spcPts val="0"/>
              </a:spcAft>
              <a:buClr>
                <a:schemeClr val="accent1"/>
              </a:buClr>
              <a:buSzPts val="1200"/>
              <a:buFont typeface="Arial"/>
              <a:buChar char="•"/>
              <a:defRPr b="0" i="0" sz="1200" u="none" cap="none" strike="noStrike">
                <a:solidFill>
                  <a:schemeClr val="dk1"/>
                </a:solidFill>
                <a:latin typeface="Montserrat"/>
                <a:ea typeface="Montserrat"/>
                <a:cs typeface="Montserrat"/>
                <a:sym typeface="Montserrat"/>
              </a:defRPr>
            </a:lvl7pPr>
            <a:lvl8pPr indent="-368300" lvl="7" marL="3657600" marR="0" rtl="0" algn="l">
              <a:lnSpc>
                <a:spcPct val="100000"/>
              </a:lnSpc>
              <a:spcBef>
                <a:spcPts val="1200"/>
              </a:spcBef>
              <a:spcAft>
                <a:spcPts val="0"/>
              </a:spcAft>
              <a:buClr>
                <a:schemeClr val="dk1"/>
              </a:buClr>
              <a:buSzPts val="2200"/>
              <a:buFont typeface="Arial"/>
              <a:buChar char="“"/>
              <a:defRPr b="0" i="0" sz="2200" u="none" cap="none" strike="noStrike">
                <a:solidFill>
                  <a:schemeClr val="dk1"/>
                </a:solidFill>
                <a:latin typeface="Montserrat"/>
                <a:ea typeface="Montserrat"/>
                <a:cs typeface="Montserrat"/>
                <a:sym typeface="Montserrat"/>
              </a:defRPr>
            </a:lvl8pPr>
            <a:lvl9pPr indent="-317500" lvl="8" marL="4114800" marR="0" rtl="0" algn="l">
              <a:lnSpc>
                <a:spcPct val="85000"/>
              </a:lnSpc>
              <a:spcBef>
                <a:spcPts val="600"/>
              </a:spcBef>
              <a:spcAft>
                <a:spcPts val="1200"/>
              </a:spcAft>
              <a:buClr>
                <a:schemeClr val="accent1"/>
              </a:buClr>
              <a:buSzPts val="1400"/>
              <a:buFont typeface="Arial"/>
              <a:buChar char="•"/>
              <a:defRPr b="1" i="0" sz="1400" u="none" cap="none" strike="noStrike">
                <a:solidFill>
                  <a:schemeClr val="dk1"/>
                </a:solidFill>
                <a:latin typeface="Montserrat"/>
                <a:ea typeface="Montserrat"/>
                <a:cs typeface="Montserrat"/>
                <a:sym typeface="Montserrat"/>
              </a:defRPr>
            </a:lvl9pPr>
          </a:lstStyle>
          <a:p/>
        </p:txBody>
      </p:sp>
      <p:grpSp>
        <p:nvGrpSpPr>
          <p:cNvPr id="12" name="Google Shape;12;p1"/>
          <p:cNvGrpSpPr/>
          <p:nvPr/>
        </p:nvGrpSpPr>
        <p:grpSpPr>
          <a:xfrm>
            <a:off x="274638" y="6348413"/>
            <a:ext cx="939139" cy="235263"/>
            <a:chOff x="10573833" y="4992967"/>
            <a:chExt cx="923543" cy="231356"/>
          </a:xfrm>
        </p:grpSpPr>
        <p:sp>
          <p:nvSpPr>
            <p:cNvPr id="13" name="Google Shape;13;p1"/>
            <p:cNvSpPr/>
            <p:nvPr/>
          </p:nvSpPr>
          <p:spPr>
            <a:xfrm>
              <a:off x="11361061" y="4992967"/>
              <a:ext cx="136315" cy="112783"/>
            </a:xfrm>
            <a:custGeom>
              <a:rect b="b" l="l" r="r" t="t"/>
              <a:pathLst>
                <a:path extrusionOk="0" h="112783" w="136315">
                  <a:moveTo>
                    <a:pt x="48200" y="112783"/>
                  </a:moveTo>
                  <a:lnTo>
                    <a:pt x="0" y="112783"/>
                  </a:lnTo>
                  <a:lnTo>
                    <a:pt x="88115" y="0"/>
                  </a:lnTo>
                  <a:lnTo>
                    <a:pt x="136315" y="0"/>
                  </a:lnTo>
                  <a:lnTo>
                    <a:pt x="48200" y="112783"/>
                  </a:lnTo>
                  <a:close/>
                </a:path>
              </a:pathLst>
            </a:custGeom>
            <a:gradFill>
              <a:gsLst>
                <a:gs pos="0">
                  <a:schemeClr val="accent1"/>
                </a:gs>
                <a:gs pos="65000">
                  <a:schemeClr val="accent2"/>
                </a:gs>
                <a:gs pos="100000">
                  <a:schemeClr val="accent3"/>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nvGrpSpPr>
            <p:cNvPr id="14" name="Google Shape;14;p1"/>
            <p:cNvGrpSpPr/>
            <p:nvPr/>
          </p:nvGrpSpPr>
          <p:grpSpPr>
            <a:xfrm>
              <a:off x="10573833" y="4992967"/>
              <a:ext cx="878511" cy="231356"/>
              <a:chOff x="10573833" y="4992967"/>
              <a:chExt cx="878511" cy="231356"/>
            </a:xfrm>
          </p:grpSpPr>
          <p:grpSp>
            <p:nvGrpSpPr>
              <p:cNvPr id="15" name="Google Shape;15;p1"/>
              <p:cNvGrpSpPr/>
              <p:nvPr/>
            </p:nvGrpSpPr>
            <p:grpSpPr>
              <a:xfrm>
                <a:off x="10573833" y="4992967"/>
                <a:ext cx="675627" cy="231356"/>
                <a:chOff x="10573833" y="4992967"/>
                <a:chExt cx="675627" cy="231356"/>
              </a:xfrm>
            </p:grpSpPr>
            <p:sp>
              <p:nvSpPr>
                <p:cNvPr id="16" name="Google Shape;16;p1"/>
                <p:cNvSpPr/>
                <p:nvPr/>
              </p:nvSpPr>
              <p:spPr>
                <a:xfrm>
                  <a:off x="10573833" y="4992967"/>
                  <a:ext cx="182372" cy="228771"/>
                </a:xfrm>
                <a:custGeom>
                  <a:rect b="b" l="l" r="r" t="t"/>
                  <a:pathLst>
                    <a:path extrusionOk="0" h="228771" w="182372">
                      <a:moveTo>
                        <a:pt x="70882" y="40276"/>
                      </a:moveTo>
                      <a:lnTo>
                        <a:pt x="0" y="40276"/>
                      </a:lnTo>
                      <a:lnTo>
                        <a:pt x="0" y="0"/>
                      </a:lnTo>
                      <a:lnTo>
                        <a:pt x="182372" y="0"/>
                      </a:lnTo>
                      <a:lnTo>
                        <a:pt x="182372" y="40276"/>
                      </a:lnTo>
                      <a:lnTo>
                        <a:pt x="114058" y="40276"/>
                      </a:lnTo>
                      <a:lnTo>
                        <a:pt x="114058" y="228772"/>
                      </a:lnTo>
                      <a:lnTo>
                        <a:pt x="70882" y="228772"/>
                      </a:lnTo>
                      <a:lnTo>
                        <a:pt x="70882" y="402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7" name="Google Shape;17;p1"/>
                <p:cNvSpPr/>
                <p:nvPr/>
              </p:nvSpPr>
              <p:spPr>
                <a:xfrm>
                  <a:off x="10756205" y="5049189"/>
                  <a:ext cx="105681" cy="172549"/>
                </a:xfrm>
                <a:custGeom>
                  <a:rect b="b" l="l" r="r" t="t"/>
                  <a:pathLst>
                    <a:path extrusionOk="0" h="172549" w="105681">
                      <a:moveTo>
                        <a:pt x="0" y="1776"/>
                      </a:moveTo>
                      <a:lnTo>
                        <a:pt x="41883" y="1776"/>
                      </a:lnTo>
                      <a:lnTo>
                        <a:pt x="41883" y="27229"/>
                      </a:lnTo>
                      <a:cubicBezTo>
                        <a:pt x="47249" y="17560"/>
                        <a:pt x="55302" y="10208"/>
                        <a:pt x="66052" y="5156"/>
                      </a:cubicBezTo>
                      <a:cubicBezTo>
                        <a:pt x="76793" y="114"/>
                        <a:pt x="89999" y="-1234"/>
                        <a:pt x="105681" y="1130"/>
                      </a:cubicBezTo>
                      <a:lnTo>
                        <a:pt x="105681" y="45922"/>
                      </a:lnTo>
                      <a:cubicBezTo>
                        <a:pt x="95153" y="42274"/>
                        <a:pt x="84948" y="41572"/>
                        <a:pt x="75075" y="43825"/>
                      </a:cubicBezTo>
                      <a:cubicBezTo>
                        <a:pt x="65193" y="46079"/>
                        <a:pt x="57195" y="50918"/>
                        <a:pt x="51072" y="58325"/>
                      </a:cubicBezTo>
                      <a:cubicBezTo>
                        <a:pt x="44949" y="65741"/>
                        <a:pt x="41892" y="74810"/>
                        <a:pt x="41892" y="85551"/>
                      </a:cubicBezTo>
                      <a:lnTo>
                        <a:pt x="41892" y="172549"/>
                      </a:lnTo>
                      <a:lnTo>
                        <a:pt x="9" y="172549"/>
                      </a:lnTo>
                      <a:lnTo>
                        <a:pt x="9" y="177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8" name="Google Shape;18;p1"/>
                <p:cNvSpPr/>
                <p:nvPr/>
              </p:nvSpPr>
              <p:spPr>
                <a:xfrm>
                  <a:off x="10869690" y="5048074"/>
                  <a:ext cx="175851" cy="176249"/>
                </a:xfrm>
                <a:custGeom>
                  <a:rect b="b" l="l" r="r" t="t"/>
                  <a:pathLst>
                    <a:path extrusionOk="0" h="176249" w="175851">
                      <a:moveTo>
                        <a:pt x="87968" y="176240"/>
                      </a:moveTo>
                      <a:cubicBezTo>
                        <a:pt x="71861" y="176240"/>
                        <a:pt x="57038" y="172269"/>
                        <a:pt x="43499" y="164317"/>
                      </a:cubicBezTo>
                      <a:cubicBezTo>
                        <a:pt x="29969" y="156375"/>
                        <a:pt x="19330" y="145625"/>
                        <a:pt x="11600" y="132095"/>
                      </a:cubicBezTo>
                      <a:cubicBezTo>
                        <a:pt x="3870" y="118565"/>
                        <a:pt x="0" y="103954"/>
                        <a:pt x="0" y="88273"/>
                      </a:cubicBezTo>
                      <a:cubicBezTo>
                        <a:pt x="0" y="72591"/>
                        <a:pt x="3971" y="57343"/>
                        <a:pt x="11923" y="43813"/>
                      </a:cubicBezTo>
                      <a:cubicBezTo>
                        <a:pt x="19865" y="30283"/>
                        <a:pt x="30606" y="19598"/>
                        <a:pt x="44145" y="11757"/>
                      </a:cubicBezTo>
                      <a:cubicBezTo>
                        <a:pt x="57675" y="3916"/>
                        <a:pt x="72286" y="0"/>
                        <a:pt x="87968" y="0"/>
                      </a:cubicBezTo>
                      <a:cubicBezTo>
                        <a:pt x="101932" y="0"/>
                        <a:pt x="114981" y="3112"/>
                        <a:pt x="127117" y="9346"/>
                      </a:cubicBezTo>
                      <a:cubicBezTo>
                        <a:pt x="139252" y="15580"/>
                        <a:pt x="149457" y="24169"/>
                        <a:pt x="157723" y="35122"/>
                      </a:cubicBezTo>
                      <a:cubicBezTo>
                        <a:pt x="165989" y="46076"/>
                        <a:pt x="171419" y="58211"/>
                        <a:pt x="173996" y="71529"/>
                      </a:cubicBezTo>
                      <a:cubicBezTo>
                        <a:pt x="176360" y="82916"/>
                        <a:pt x="176462" y="93657"/>
                        <a:pt x="174319" y="103751"/>
                      </a:cubicBezTo>
                      <a:lnTo>
                        <a:pt x="41569" y="103751"/>
                      </a:lnTo>
                      <a:cubicBezTo>
                        <a:pt x="43065" y="111269"/>
                        <a:pt x="46020" y="117715"/>
                        <a:pt x="50426" y="123081"/>
                      </a:cubicBezTo>
                      <a:cubicBezTo>
                        <a:pt x="54822" y="128456"/>
                        <a:pt x="60307" y="132483"/>
                        <a:pt x="66855" y="135161"/>
                      </a:cubicBezTo>
                      <a:cubicBezTo>
                        <a:pt x="73403" y="137848"/>
                        <a:pt x="80441" y="139188"/>
                        <a:pt x="87958" y="139188"/>
                      </a:cubicBezTo>
                      <a:cubicBezTo>
                        <a:pt x="96122" y="139188"/>
                        <a:pt x="104120" y="137636"/>
                        <a:pt x="111961" y="134514"/>
                      </a:cubicBezTo>
                      <a:cubicBezTo>
                        <a:pt x="119802" y="131402"/>
                        <a:pt x="126405" y="127052"/>
                        <a:pt x="131781" y="121465"/>
                      </a:cubicBezTo>
                      <a:lnTo>
                        <a:pt x="168510" y="131458"/>
                      </a:lnTo>
                      <a:cubicBezTo>
                        <a:pt x="161629" y="144987"/>
                        <a:pt x="150575" y="155839"/>
                        <a:pt x="135327" y="164003"/>
                      </a:cubicBezTo>
                      <a:cubicBezTo>
                        <a:pt x="120070" y="172167"/>
                        <a:pt x="104287" y="176249"/>
                        <a:pt x="87958" y="176249"/>
                      </a:cubicBezTo>
                      <a:close/>
                      <a:moveTo>
                        <a:pt x="133397" y="71843"/>
                      </a:moveTo>
                      <a:cubicBezTo>
                        <a:pt x="131891" y="65618"/>
                        <a:pt x="129047" y="59818"/>
                        <a:pt x="124854" y="54443"/>
                      </a:cubicBezTo>
                      <a:cubicBezTo>
                        <a:pt x="120661" y="49077"/>
                        <a:pt x="115397" y="44829"/>
                        <a:pt x="109061" y="41717"/>
                      </a:cubicBezTo>
                      <a:cubicBezTo>
                        <a:pt x="102726" y="38604"/>
                        <a:pt x="95578" y="37043"/>
                        <a:pt x="87635" y="37043"/>
                      </a:cubicBezTo>
                      <a:cubicBezTo>
                        <a:pt x="79693" y="37043"/>
                        <a:pt x="72489" y="38604"/>
                        <a:pt x="66043" y="41717"/>
                      </a:cubicBezTo>
                      <a:cubicBezTo>
                        <a:pt x="59596" y="44829"/>
                        <a:pt x="54286" y="49077"/>
                        <a:pt x="50093" y="54443"/>
                      </a:cubicBezTo>
                      <a:cubicBezTo>
                        <a:pt x="45900" y="59818"/>
                        <a:pt x="43056" y="65618"/>
                        <a:pt x="41550" y="71843"/>
                      </a:cubicBezTo>
                      <a:lnTo>
                        <a:pt x="133378" y="71843"/>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19" name="Google Shape;19;p1"/>
                <p:cNvSpPr/>
                <p:nvPr/>
              </p:nvSpPr>
              <p:spPr>
                <a:xfrm>
                  <a:off x="11064872"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0" name="Google Shape;20;p1"/>
                <p:cNvSpPr/>
                <p:nvPr/>
              </p:nvSpPr>
              <p:spPr>
                <a:xfrm>
                  <a:off x="11137241" y="4992967"/>
                  <a:ext cx="41568" cy="228771"/>
                </a:xfrm>
                <a:custGeom>
                  <a:rect b="b" l="l" r="r" t="t"/>
                  <a:pathLst>
                    <a:path extrusionOk="0" h="228771" w="41568">
                      <a:moveTo>
                        <a:pt x="0" y="0"/>
                      </a:moveTo>
                      <a:lnTo>
                        <a:pt x="41569" y="0"/>
                      </a:lnTo>
                      <a:lnTo>
                        <a:pt x="41569" y="228772"/>
                      </a:lnTo>
                      <a:lnTo>
                        <a:pt x="0" y="228772"/>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1" name="Google Shape;21;p1"/>
                <p:cNvSpPr/>
                <p:nvPr/>
              </p:nvSpPr>
              <p:spPr>
                <a:xfrm>
                  <a:off x="11207892" y="5050965"/>
                  <a:ext cx="41568" cy="170772"/>
                </a:xfrm>
                <a:custGeom>
                  <a:rect b="b" l="l" r="r" t="t"/>
                  <a:pathLst>
                    <a:path extrusionOk="0" h="170772" w="41568">
                      <a:moveTo>
                        <a:pt x="0" y="0"/>
                      </a:moveTo>
                      <a:lnTo>
                        <a:pt x="41569" y="0"/>
                      </a:lnTo>
                      <a:lnTo>
                        <a:pt x="41569" y="170773"/>
                      </a:lnTo>
                      <a:lnTo>
                        <a:pt x="0" y="170773"/>
                      </a:lnTo>
                      <a:lnTo>
                        <a:pt x="0" y="0"/>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
            <p:nvSpPr>
              <p:cNvPr id="22" name="Google Shape;22;p1"/>
              <p:cNvSpPr/>
              <p:nvPr/>
            </p:nvSpPr>
            <p:spPr>
              <a:xfrm>
                <a:off x="11270693" y="5050965"/>
                <a:ext cx="181651" cy="170735"/>
              </a:xfrm>
              <a:custGeom>
                <a:rect b="b" l="l" r="r" t="t"/>
                <a:pathLst>
                  <a:path extrusionOk="0" h="170735" w="181651">
                    <a:moveTo>
                      <a:pt x="181652" y="170736"/>
                    </a:moveTo>
                    <a:lnTo>
                      <a:pt x="48200" y="0"/>
                    </a:lnTo>
                    <a:lnTo>
                      <a:pt x="0" y="0"/>
                    </a:lnTo>
                    <a:lnTo>
                      <a:pt x="66698" y="85326"/>
                    </a:lnTo>
                    <a:lnTo>
                      <a:pt x="0" y="170736"/>
                    </a:lnTo>
                    <a:lnTo>
                      <a:pt x="48200" y="170736"/>
                    </a:lnTo>
                    <a:lnTo>
                      <a:pt x="90812" y="116173"/>
                    </a:lnTo>
                    <a:lnTo>
                      <a:pt x="133461" y="170736"/>
                    </a:lnTo>
                    <a:lnTo>
                      <a:pt x="181652" y="170736"/>
                    </a:lnTo>
                    <a:close/>
                  </a:path>
                </a:pathLst>
              </a:custGeom>
              <a:solidFill>
                <a:srgbClr val="1A1A1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grpSp>
      <p:sp>
        <p:nvSpPr>
          <p:cNvPr id="23" name="Google Shape;23;p1"/>
          <p:cNvSpPr txBox="1"/>
          <p:nvPr>
            <p:ph type="title"/>
          </p:nvPr>
        </p:nvSpPr>
        <p:spPr>
          <a:xfrm>
            <a:off x="549275" y="510913"/>
            <a:ext cx="11093450" cy="889667"/>
          </a:xfrm>
          <a:prstGeom prst="rect">
            <a:avLst/>
          </a:prstGeom>
          <a:noFill/>
          <a:ln>
            <a:noFill/>
          </a:ln>
        </p:spPr>
        <p:txBody>
          <a:bodyPr anchorCtr="0" anchor="b" bIns="0" lIns="0" spcFirstLastPara="1" rIns="0" wrap="square" tIns="0">
            <a:noAutofit/>
          </a:bodyPr>
          <a:lstStyle>
            <a:lvl1pPr lvl="0" marR="0" rtl="0" algn="l">
              <a:lnSpc>
                <a:spcPct val="80000"/>
              </a:lnSpc>
              <a:spcBef>
                <a:spcPts val="0"/>
              </a:spcBef>
              <a:spcAft>
                <a:spcPts val="0"/>
              </a:spcAft>
              <a:buClr>
                <a:schemeClr val="lt1"/>
              </a:buClr>
              <a:buSzPts val="3600"/>
              <a:buFont typeface="Montserrat"/>
              <a:buNone/>
              <a:defRPr b="1" i="0" sz="3600" u="none" cap="none" strike="noStrike">
                <a:solidFill>
                  <a:schemeClr val="lt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 name="Google Shape;24;p1"/>
          <p:cNvSpPr/>
          <p:nvPr/>
        </p:nvSpPr>
        <p:spPr>
          <a:xfrm>
            <a:off x="390356" y="369656"/>
            <a:ext cx="75877" cy="1049521"/>
          </a:xfrm>
          <a:custGeom>
            <a:rect b="b" l="l" r="r" t="t"/>
            <a:pathLst>
              <a:path extrusionOk="0" h="1049521" w="75877">
                <a:moveTo>
                  <a:pt x="11908" y="994147"/>
                </a:moveTo>
                <a:lnTo>
                  <a:pt x="69729" y="1042657"/>
                </a:lnTo>
                <a:lnTo>
                  <a:pt x="63970" y="1049521"/>
                </a:lnTo>
                <a:lnTo>
                  <a:pt x="6148" y="1001011"/>
                </a:lnTo>
                <a:close/>
                <a:moveTo>
                  <a:pt x="7506" y="909555"/>
                </a:moveTo>
                <a:lnTo>
                  <a:pt x="72878" y="947292"/>
                </a:lnTo>
                <a:lnTo>
                  <a:pt x="68401" y="955051"/>
                </a:lnTo>
                <a:lnTo>
                  <a:pt x="3029" y="917315"/>
                </a:lnTo>
                <a:close/>
                <a:moveTo>
                  <a:pt x="4014" y="825650"/>
                </a:moveTo>
                <a:lnTo>
                  <a:pt x="74937" y="851465"/>
                </a:lnTo>
                <a:lnTo>
                  <a:pt x="71878" y="859881"/>
                </a:lnTo>
                <a:lnTo>
                  <a:pt x="955" y="834066"/>
                </a:lnTo>
                <a:close/>
                <a:moveTo>
                  <a:pt x="1552" y="742268"/>
                </a:moveTo>
                <a:lnTo>
                  <a:pt x="75877" y="755369"/>
                </a:lnTo>
                <a:lnTo>
                  <a:pt x="74325" y="764188"/>
                </a:lnTo>
                <a:lnTo>
                  <a:pt x="0" y="751086"/>
                </a:lnTo>
                <a:close/>
                <a:moveTo>
                  <a:pt x="209" y="659228"/>
                </a:moveTo>
                <a:lnTo>
                  <a:pt x="75683" y="659228"/>
                </a:lnTo>
                <a:lnTo>
                  <a:pt x="75683" y="668181"/>
                </a:lnTo>
                <a:lnTo>
                  <a:pt x="209" y="668181"/>
                </a:lnTo>
                <a:close/>
                <a:moveTo>
                  <a:pt x="74325" y="563221"/>
                </a:moveTo>
                <a:lnTo>
                  <a:pt x="75877" y="572040"/>
                </a:lnTo>
                <a:lnTo>
                  <a:pt x="1552" y="585142"/>
                </a:lnTo>
                <a:lnTo>
                  <a:pt x="0" y="576323"/>
                </a:lnTo>
                <a:close/>
                <a:moveTo>
                  <a:pt x="71878" y="467528"/>
                </a:moveTo>
                <a:lnTo>
                  <a:pt x="74937" y="475944"/>
                </a:lnTo>
                <a:lnTo>
                  <a:pt x="4014" y="501759"/>
                </a:lnTo>
                <a:lnTo>
                  <a:pt x="955" y="493343"/>
                </a:lnTo>
                <a:close/>
                <a:moveTo>
                  <a:pt x="68401" y="372372"/>
                </a:moveTo>
                <a:lnTo>
                  <a:pt x="72878" y="380132"/>
                </a:lnTo>
                <a:lnTo>
                  <a:pt x="7506" y="417869"/>
                </a:lnTo>
                <a:lnTo>
                  <a:pt x="3029" y="410110"/>
                </a:lnTo>
                <a:close/>
                <a:moveTo>
                  <a:pt x="63970" y="277903"/>
                </a:moveTo>
                <a:lnTo>
                  <a:pt x="69729" y="284767"/>
                </a:lnTo>
                <a:lnTo>
                  <a:pt x="11908" y="333278"/>
                </a:lnTo>
                <a:lnTo>
                  <a:pt x="6148" y="326414"/>
                </a:lnTo>
                <a:close/>
                <a:moveTo>
                  <a:pt x="58762" y="184269"/>
                </a:moveTo>
                <a:lnTo>
                  <a:pt x="65626" y="190029"/>
                </a:lnTo>
                <a:lnTo>
                  <a:pt x="17115" y="247851"/>
                </a:lnTo>
                <a:lnTo>
                  <a:pt x="10251" y="242091"/>
                </a:lnTo>
                <a:close/>
                <a:moveTo>
                  <a:pt x="52928" y="91605"/>
                </a:moveTo>
                <a:lnTo>
                  <a:pt x="60687" y="96082"/>
                </a:lnTo>
                <a:lnTo>
                  <a:pt x="22950" y="161454"/>
                </a:lnTo>
                <a:lnTo>
                  <a:pt x="15190" y="156977"/>
                </a:lnTo>
                <a:close/>
                <a:moveTo>
                  <a:pt x="46645" y="0"/>
                </a:moveTo>
                <a:lnTo>
                  <a:pt x="55061" y="3059"/>
                </a:lnTo>
                <a:lnTo>
                  <a:pt x="29247" y="73982"/>
                </a:lnTo>
                <a:lnTo>
                  <a:pt x="20831" y="7092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5" name="Google Shape;25;p1"/>
          <p:cNvSpPr txBox="1"/>
          <p:nvPr/>
        </p:nvSpPr>
        <p:spPr>
          <a:xfrm>
            <a:off x="7754400" y="6582400"/>
            <a:ext cx="3648900" cy="2769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US" sz="600">
                <a:solidFill>
                  <a:srgbClr val="808080"/>
                </a:solidFill>
                <a:latin typeface="Montserrat"/>
                <a:ea typeface="Montserrat"/>
                <a:cs typeface="Montserrat"/>
                <a:sym typeface="Montserrat"/>
              </a:rPr>
              <a:t>Copyright © </a:t>
            </a:r>
            <a:r>
              <a:rPr lang="en-US" sz="600">
                <a:solidFill>
                  <a:srgbClr val="888888"/>
                </a:solidFill>
                <a:latin typeface="Montserrat"/>
                <a:ea typeface="Montserrat"/>
                <a:cs typeface="Montserrat"/>
                <a:sym typeface="Montserrat"/>
              </a:rPr>
              <a:t>2025</a:t>
            </a:r>
            <a:r>
              <a:rPr lang="en-US" sz="600">
                <a:solidFill>
                  <a:srgbClr val="808080"/>
                </a:solidFill>
                <a:latin typeface="Montserrat"/>
                <a:ea typeface="Montserrat"/>
                <a:cs typeface="Montserrat"/>
                <a:sym typeface="Montserrat"/>
              </a:rPr>
              <a:t> Musarubra US LLC. |  All Rights Reserved - Trellix Confidential </a:t>
            </a:r>
            <a:endParaRPr sz="600">
              <a:solidFill>
                <a:schemeClr val="dk1"/>
              </a:solidFill>
              <a:latin typeface="Montserrat"/>
              <a:ea typeface="Montserrat"/>
              <a:cs typeface="Montserrat"/>
              <a:sym typeface="Montserrat"/>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388">
          <p15:clr>
            <a:srgbClr val="F26B43"/>
          </p15:clr>
        </p15:guide>
        <p15:guide id="2" pos="3840">
          <p15:clr>
            <a:srgbClr val="F26B43"/>
          </p15:clr>
        </p15:guide>
        <p15:guide id="3" pos="173">
          <p15:clr>
            <a:srgbClr val="F26B43"/>
          </p15:clr>
        </p15:guide>
        <p15:guide id="4" pos="1833">
          <p15:clr>
            <a:srgbClr val="F26B43"/>
          </p15:clr>
        </p15:guide>
        <p15:guide id="5">
          <p15:clr>
            <a:srgbClr val="F26B43"/>
          </p15:clr>
        </p15:guide>
        <p15:guide id="6" pos="2179">
          <p15:clr>
            <a:srgbClr val="F26B43"/>
          </p15:clr>
        </p15:guide>
        <p15:guide id="7" pos="3667">
          <p15:clr>
            <a:srgbClr val="F26B43"/>
          </p15:clr>
        </p15:guide>
        <p15:guide id="8" pos="4008">
          <p15:clr>
            <a:srgbClr val="F26B43"/>
          </p15:clr>
        </p15:guide>
        <p15:guide id="9" pos="5501">
          <p15:clr>
            <a:srgbClr val="F26B43"/>
          </p15:clr>
        </p15:guide>
        <p15:guide id="10" pos="5847">
          <p15:clr>
            <a:srgbClr val="F26B43"/>
          </p15:clr>
        </p15:guide>
        <p15:guide id="11" pos="7507">
          <p15:clr>
            <a:srgbClr val="F26B43"/>
          </p15:clr>
        </p15:guide>
        <p15:guide id="12" orient="horz" pos="2560">
          <p15:clr>
            <a:srgbClr val="F26B43"/>
          </p15:clr>
        </p15:guide>
        <p15:guide id="13" orient="horz" pos="1124">
          <p15:clr>
            <a:srgbClr val="F26B43"/>
          </p15:clr>
        </p15:guide>
        <p15:guide id="14" orient="horz" pos="950">
          <p15:clr>
            <a:srgbClr val="F26B43"/>
          </p15:clr>
        </p15:guide>
        <p15:guide id="15" orient="horz" pos="3999">
          <p15:clr>
            <a:srgbClr val="F26B43"/>
          </p15:clr>
        </p15:guide>
        <p15:guide id="16" orient="horz" pos="4320">
          <p15:clr>
            <a:srgbClr val="F26B43"/>
          </p15:clr>
        </p15:guide>
        <p15:guide id="17" orient="horz" pos="4146">
          <p15:clr>
            <a:srgbClr val="F26B43"/>
          </p15:clr>
        </p15:guide>
        <p15:guide id="18" pos="7680">
          <p15:clr>
            <a:srgbClr val="F26B43"/>
          </p15:clr>
        </p15:guide>
        <p15:guide id="19" orient="horz" pos="173">
          <p15:clr>
            <a:srgbClr val="F26B43"/>
          </p15:clr>
        </p15:guide>
        <p15:guide id="20" orient="horz">
          <p15:clr>
            <a:srgbClr val="F26B43"/>
          </p15:clr>
        </p15:guide>
        <p15:guide id="21" pos="345">
          <p15:clr>
            <a:srgbClr val="F26B43"/>
          </p15:clr>
        </p15:guide>
        <p15:guide id="22" pos="7334">
          <p15:clr>
            <a:srgbClr val="F26B43"/>
          </p15:clr>
        </p15:guide>
        <p15:guide id="23" orient="horz" pos="1298">
          <p15:clr>
            <a:srgbClr val="F26B43"/>
          </p15:clr>
        </p15:guide>
        <p15:guide id="24" orient="horz" pos="1472">
          <p15:clr>
            <a:srgbClr val="F26B43"/>
          </p15:clr>
        </p15:guide>
        <p15:guide id="25" orient="horz" pos="383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t>ELT review</a:t>
            </a:r>
          </a:p>
        </p:txBody>
      </p:sp>
      <p:sp>
        <p:nvSpPr>
          <p:cNvPr id="3" name="Title 2"/>
          <p:cNvSpPr>
            <a:spLocks noGrp="1"/>
          </p:cNvSpPr>
          <p:nvPr>
            <p:ph type="title"/>
          </p:nvPr>
        </p:nvSpPr>
        <p:spPr/>
        <p:txBody>
          <a:bodyPr/>
          <a:lstStyle/>
          <a:p>
            <a:r>
              <a:rPr/>
              <a:t>The control plane that makes the playbook self-enforcing.</a:t>
            </a:r>
          </a:p>
        </p:txBody>
      </p:sp>
      <p:sp>
        <p:nvSpPr>
          <p:cNvPr id="4" name="Text Placeholder 3"/>
          <p:cNvSpPr>
            <a:spLocks noGrp="1"/>
          </p:cNvSpPr>
          <p:nvPr>
            <p:ph type="body" idx="2"/>
          </p:nvPr>
        </p:nvSpPr>
        <p:spPr/>
        <p:txBody>
          <a:bodyPr/>
          <a:lstStyle/>
          <a:p>
            <a:r>
              <a:rPr/>
              <a:t>Agent Platform — aligned with the AI Champions Program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Around forty agents. Almost zero enforcement.</a:t>
            </a:r>
          </a:p>
        </p:txBody>
      </p:sp>
      <p:sp>
        <p:nvSpPr>
          <p:cNvPr id="3" name="Text Placeholder 2"/>
          <p:cNvSpPr>
            <a:spLocks noGrp="1"/>
          </p:cNvSpPr>
          <p:nvPr>
            <p:ph type="body" idx="1"/>
          </p:nvPr>
        </p:nvSpPr>
        <p:spPr/>
        <p:txBody>
          <a:bodyPr/>
          <a:lstStyle/>
          <a:p>
            <a:r>
              <a:rPr/>
              <a:t>Security &amp; compliance exposure — ungoverned agents, unscoped access, no audit trail.</a:t>
            </a:r>
          </a:p>
          <a:p>
            <a:r>
              <a:rPr/>
              <a:t>Duplicated spend — the same agent built twice; no ceiling on per-agent cost.</a:t>
            </a:r>
          </a:p>
          <a:p>
            <a:r>
              <a:rPr/>
              <a:t>Silent quality drift — a model update degrades an agent; customers notice first.</a:t>
            </a:r>
          </a:p>
          <a:p>
            <a:r>
              <a:rPr b="1">
                <a:solidFill>
                  <a:srgbClr val="2814FF"/>
                </a:solidFill>
              </a:rPr>
              <a:t>The AI Champions Playbook set the rules. Nothing makes them stick.</a:t>
            </a:r>
          </a:p>
        </p:txBody>
      </p:sp>
      <p:sp>
        <p:nvSpPr>
          <p:cNvPr id="4" name="Text Placeholder 3"/>
          <p:cNvSpPr>
            <a:spLocks noGrp="1"/>
          </p:cNvSpPr>
          <p:nvPr>
            <p:ph type="body" idx="2"/>
          </p:nvPr>
        </p:nvSpPr>
        <p:spPr/>
        <p:txBody>
          <a:bodyPr/>
          <a:lstStyle/>
          <a:p>
            <a:r>
              <a:rPr/>
              <a:t>The risk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The governance layer every agent passes through.</a:t>
            </a:r>
          </a:p>
        </p:txBody>
      </p:sp>
      <p:sp>
        <p:nvSpPr>
          <p:cNvPr id="3" name="Text Placeholder 2"/>
          <p:cNvSpPr>
            <a:spLocks noGrp="1"/>
          </p:cNvSpPr>
          <p:nvPr>
            <p:ph type="body" idx="1"/>
          </p:nvPr>
        </p:nvSpPr>
        <p:spPr/>
        <p:txBody>
          <a:bodyPr/>
          <a:lstStyle/>
          <a:p>
            <a:r>
              <a:rPr b="1">
                <a:solidFill>
                  <a:srgbClr val="2814FF"/>
                </a:solidFill>
              </a:rPr>
              <a:t>Register  →  Evaluate  →  Scope access  →  Gate  →  Ship</a:t>
            </a:r>
          </a:p>
          <a:p>
            <a:r>
              <a:rPr/>
              <a:t>If it isn't registered, evaluated, and scoped, it doesn't ship.</a:t>
            </a:r>
          </a:p>
          <a:p>
            <a:r>
              <a:rPr/>
              <a:t>Agent Platform aligns with the playbook — it's how the rules get enforced, not the program itself.</a:t>
            </a:r>
          </a:p>
          <a:p>
            <a:r>
              <a:rPr sz="1400">
                <a:solidFill>
                  <a:srgbClr val="5F616E"/>
                </a:solidFill>
              </a:rPr>
              <a:t>A working prototype of the full experience, plus a focused build of the one hard part: the evaluation &amp; drift core.</a:t>
            </a:r>
          </a:p>
        </p:txBody>
      </p:sp>
      <p:sp>
        <p:nvSpPr>
          <p:cNvPr id="4" name="Text Placeholder 3"/>
          <p:cNvSpPr>
            <a:spLocks noGrp="1"/>
          </p:cNvSpPr>
          <p:nvPr>
            <p:ph type="body" idx="2"/>
          </p:nvPr>
        </p:nvSpPr>
        <p:spPr/>
        <p:txBody>
          <a:bodyPr/>
          <a:lstStyle/>
          <a:p>
            <a:r>
              <a:rPr/>
              <a:t>Aligns with the playbook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Role-based, least-privilege by default.</a:t>
            </a:r>
          </a:p>
        </p:txBody>
      </p:sp>
      <p:sp>
        <p:nvSpPr>
          <p:cNvPr id="3" name="Text Placeholder 2"/>
          <p:cNvSpPr>
            <a:spLocks noGrp="1"/>
          </p:cNvSpPr>
          <p:nvPr>
            <p:ph type="body" idx="1"/>
          </p:nvPr>
        </p:nvSpPr>
        <p:spPr/>
        <p:txBody>
          <a:bodyPr/>
          <a:lstStyle/>
          <a:p>
            <a:r>
              <a:rPr b="1">
                <a:solidFill>
                  <a:srgbClr val="2814FF"/>
                </a:solidFill>
              </a:rPr>
              <a:t>Viewer  →  Builder  →  Publisher  →  Admin</a:t>
            </a:r>
          </a:p>
          <a:p>
            <a:r>
              <a:rPr/>
              <a:t>A builder configures agents but can't publish; only a publisher ships to production.</a:t>
            </a:r>
          </a:p>
          <a:p>
            <a:r>
              <a:rPr/>
              <a:t>Admin only — cost &amp; model governance: per-agent budgets, token caps, and which models an agent may use.</a:t>
            </a:r>
          </a:p>
          <a:p>
            <a:r>
              <a:rPr/>
              <a:t>Admin only — access policy and API keys, governed in one place.</a:t>
            </a:r>
          </a:p>
          <a:p>
            <a:r>
              <a:rPr sz="1400">
                <a:solidFill>
                  <a:srgbClr val="5F616E"/>
                </a:solidFill>
              </a:rPr>
              <a:t>Roles come straight from Trellix IAM — no second identity system.</a:t>
            </a:r>
          </a:p>
        </p:txBody>
      </p:sp>
      <p:sp>
        <p:nvSpPr>
          <p:cNvPr id="4" name="Text Placeholder 3"/>
          <p:cNvSpPr>
            <a:spLocks noGrp="1"/>
          </p:cNvSpPr>
          <p:nvPr>
            <p:ph type="body" idx="2"/>
          </p:nvPr>
        </p:nvSpPr>
        <p:spPr/>
        <p:txBody>
          <a:bodyPr/>
          <a:lstStyle/>
          <a:p>
            <a:r>
              <a:rPr/>
              <a:t>Who can do what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sz="2400" b="1">
                <a:solidFill>
                  <a:srgbClr val="1A1A1A"/>
                </a:solidFill>
              </a:rPr>
              <a:t>Anyone can use an agent — no code, no keys.</a:t>
            </a:r>
          </a:p>
          <a:p>
            <a:r>
              <a:rPr/>
              <a:t>A non-technical employee just talks to the agent where they already work — Slack, Microsoft Teams, or Google Chat.</a:t>
            </a:r>
          </a:p>
          <a:p>
            <a:r>
              <a:rPr/>
              <a:t>Identity is federated from Okta.</a:t>
            </a:r>
          </a:p>
          <a:p>
            <a:r>
              <a:rPr/>
              <a:t>Two gates — channel + per-agent policy — decide what each person can reach.</a:t>
            </a:r>
          </a:p>
        </p:txBody>
      </p:sp>
      <p:sp>
        <p:nvSpPr>
          <p:cNvPr id="3" name="Rounded Rectangle 2"/>
          <p:cNvSpPr/>
          <p:nvPr/>
        </p:nvSpPr>
        <p:spPr>
          <a:xfrm>
            <a:off x="6473952" y="411480"/>
            <a:ext cx="5303520" cy="658368"/>
          </a:xfrm>
          <a:prstGeom prst="roundRect">
            <a:avLst/>
          </a:prstGeom>
          <a:solidFill>
            <a:srgbClr val="FFFFFF"/>
          </a:solidFill>
          <a:ln w="9525">
            <a:solidFill>
              <a:srgbClr val="E3E5E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1A1A1A"/>
                </a:solidFill>
              </a:rPr>
              <a:t>ESP Assistant</a:t>
            </a:r>
          </a:p>
          <a:p>
            <a:r>
              <a:rPr sz="900">
                <a:solidFill>
                  <a:srgbClr val="2814FF"/>
                </a:solidFill>
              </a:rPr>
              <a:t>Workspace · Engineering Support  ·  Agent</a:t>
            </a:r>
          </a:p>
        </p:txBody>
      </p:sp>
      <p:sp>
        <p:nvSpPr>
          <p:cNvPr id="4" name="Rounded Rectangle 3"/>
          <p:cNvSpPr/>
          <p:nvPr/>
        </p:nvSpPr>
        <p:spPr>
          <a:xfrm>
            <a:off x="7552944" y="1234440"/>
            <a:ext cx="4114800" cy="457200"/>
          </a:xfrm>
          <a:prstGeom prst="roundRect">
            <a:avLst/>
          </a:prstGeom>
          <a:solidFill>
            <a:srgbClr val="EEF0FF"/>
          </a:solidFill>
          <a:ln w="9525">
            <a:solidFill>
              <a:srgbClr val="DFE3F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000">
                <a:solidFill>
                  <a:srgbClr val="1A1A1A"/>
                </a:solidFill>
              </a:rPr>
              <a:t>I can't log in to GitHub — it says “SSO required”.</a:t>
            </a:r>
          </a:p>
        </p:txBody>
      </p:sp>
      <p:sp>
        <p:nvSpPr>
          <p:cNvPr id="5" name="Rounded Rectangle 4"/>
          <p:cNvSpPr/>
          <p:nvPr/>
        </p:nvSpPr>
        <p:spPr>
          <a:xfrm>
            <a:off x="6501384" y="1810512"/>
            <a:ext cx="4572000" cy="868680"/>
          </a:xfrm>
          <a:prstGeom prst="roundRect">
            <a:avLst/>
          </a:prstGeom>
          <a:solidFill>
            <a:srgbClr val="F4F5F7"/>
          </a:solidFill>
          <a:ln w="9525">
            <a:solidFill>
              <a:srgbClr val="E3E5E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800">
                <a:solidFill>
                  <a:srgbClr val="5F616E"/>
                </a:solidFill>
              </a:rPr>
              <a:t>ESP Assistant · Agent</a:t>
            </a:r>
          </a:p>
          <a:p>
            <a:r>
              <a:rPr sz="1000">
                <a:solidFill>
                  <a:srgbClr val="1A1A1A"/>
                </a:solidFill>
              </a:rPr>
              <a:t>Your org session expired. Re-auth via Okta, or I can raise a ticket and route it. Want me to?</a:t>
            </a:r>
          </a:p>
        </p:txBody>
      </p:sp>
      <p:sp>
        <p:nvSpPr>
          <p:cNvPr id="6" name="Rounded Rectangle 5"/>
          <p:cNvSpPr/>
          <p:nvPr/>
        </p:nvSpPr>
        <p:spPr>
          <a:xfrm>
            <a:off x="8375904" y="2788920"/>
            <a:ext cx="3246120" cy="411480"/>
          </a:xfrm>
          <a:prstGeom prst="roundRect">
            <a:avLst/>
          </a:prstGeom>
          <a:solidFill>
            <a:srgbClr val="EEF0FF"/>
          </a:solidFill>
          <a:ln w="9525">
            <a:solidFill>
              <a:srgbClr val="DFE3F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000">
                <a:solidFill>
                  <a:srgbClr val="1A1A1A"/>
                </a:solidFill>
              </a:rPr>
              <a:t>Yes, please raise one.</a:t>
            </a:r>
          </a:p>
        </p:txBody>
      </p:sp>
      <p:sp>
        <p:nvSpPr>
          <p:cNvPr id="7" name="Rounded Rectangle 6"/>
          <p:cNvSpPr/>
          <p:nvPr/>
        </p:nvSpPr>
        <p:spPr>
          <a:xfrm>
            <a:off x="6501384" y="3310128"/>
            <a:ext cx="4846320" cy="1234440"/>
          </a:xfrm>
          <a:prstGeom prst="roundRect">
            <a:avLst/>
          </a:prstGeom>
          <a:solidFill>
            <a:srgbClr val="F4F5F7"/>
          </a:solidFill>
          <a:ln w="9525">
            <a:solidFill>
              <a:srgbClr val="E3E5E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800">
                <a:solidFill>
                  <a:srgbClr val="5F616E"/>
                </a:solidFill>
              </a:rPr>
              <a:t>ESP Assistant · Agent</a:t>
            </a:r>
          </a:p>
          <a:p>
            <a:r>
              <a:rPr sz="1000">
                <a:solidFill>
                  <a:srgbClr val="1A1A1A"/>
                </a:solidFill>
              </a:rPr>
              <a:t>Done — ticket opened and routed.</a:t>
            </a:r>
          </a:p>
          <a:p>
            <a:r>
              <a:rPr sz="900" b="1">
                <a:solidFill>
                  <a:srgbClr val="009700"/>
                </a:solidFill>
              </a:rPr>
              <a:t>✓ Ticket created</a:t>
            </a:r>
          </a:p>
          <a:p>
            <a:r>
              <a:rPr sz="900">
                <a:solidFill>
                  <a:srgbClr val="5F616E"/>
                </a:solidFill>
              </a:rPr>
              <a:t>ET-85412 · Unable to login to GitHub · Sev4 · Engineering Support</a:t>
            </a:r>
          </a:p>
        </p:txBody>
      </p:sp>
      <p:sp>
        <p:nvSpPr>
          <p:cNvPr id="8" name="Rounded Rectangle 7"/>
          <p:cNvSpPr/>
          <p:nvPr/>
        </p:nvSpPr>
        <p:spPr>
          <a:xfrm>
            <a:off x="6473952" y="4709160"/>
            <a:ext cx="5303520" cy="658368"/>
          </a:xfrm>
          <a:prstGeom prst="roundRect">
            <a:avLst/>
          </a:prstGeom>
          <a:solidFill>
            <a:srgbClr val="FAFBFF"/>
          </a:solidFill>
          <a:ln w="9525">
            <a:solidFill>
              <a:srgbClr val="D9DDF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900">
                <a:solidFill>
                  <a:srgbClr val="5F616E"/>
                </a:solidFill>
              </a:rPr>
              <a:t>🔒 Runs in the Engineering Support workspace · least-privilege · grounded in IT runbooks.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b="1"/>
              <a:t>The playbook is the law. This is how it enforces itself.</a:t>
            </a:r>
          </a:p>
          <a:p>
            <a:r>
              <a:rPr sz="1600"/>
              <a:t>Agent Platform aligns with the AI Champions Playbook — one console for the whole agent lifecycle. Adopt it as where agents are registered, proven, and governed, and let us prove it on one area first.</a:t>
            </a:r>
          </a:p>
        </p:txBody>
      </p:sp>
    </p:spTree>
  </p:cSld>
  <p:clrMapOvr>
    <a:masterClrMapping/>
  </p:clrMapOvr>
</p:sld>
</file>

<file path=ppt/theme/theme1.xml><?xml version="1.0" encoding="utf-8"?>
<a:theme xmlns:a="http://schemas.openxmlformats.org/drawingml/2006/main" xmlns:r="http://schemas.openxmlformats.org/officeDocument/2006/relationships" name="2025 Trellix Corporate Template">
  <a:themeElements>
    <a:clrScheme name="Trellix">
      <a:dk1>
        <a:srgbClr val="000000"/>
      </a:dk1>
      <a:lt1>
        <a:srgbClr val="FFFFFF"/>
      </a:lt1>
      <a:dk2>
        <a:srgbClr val="1A1A1A"/>
      </a:dk2>
      <a:lt2>
        <a:srgbClr val="EBEBEB"/>
      </a:lt2>
      <a:accent1>
        <a:srgbClr val="2814FF"/>
      </a:accent1>
      <a:accent2>
        <a:srgbClr val="00A5FF"/>
      </a:accent2>
      <a:accent3>
        <a:srgbClr val="00CD00"/>
      </a:accent3>
      <a:accent4>
        <a:srgbClr val="EBC80A"/>
      </a:accent4>
      <a:accent5>
        <a:srgbClr val="FA9600"/>
      </a:accent5>
      <a:accent6>
        <a:srgbClr val="CD2364"/>
      </a:accent6>
      <a:hlink>
        <a:srgbClr val="2814FF"/>
      </a:hlink>
      <a:folHlink>
        <a:srgbClr val="7D2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